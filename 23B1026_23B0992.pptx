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5"/>
    <p:sldMasterId id="214748367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y="5143500" cx="9144000"/>
  <p:notesSz cx="6858000" cy="9144000"/>
  <p:embeddedFontLst>
    <p:embeddedFont>
      <p:font typeface="Helvetica Neue"/>
      <p:regular r:id="rId20"/>
      <p:bold r:id="rId21"/>
      <p:italic r:id="rId22"/>
      <p:boldItalic r:id="rId23"/>
    </p:embeddedFont>
    <p:embeddedFont>
      <p:font typeface="Roboto Mon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BF46C85-D998-4C7F-9C34-012ED8C323C0}">
  <a:tblStyle styleId="{CBF46C85-D998-4C7F-9C34-012ED8C323C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HelveticaNeue-regular.fntdata"/><Relationship Id="rId22" Type="http://schemas.openxmlformats.org/officeDocument/2006/relationships/font" Target="fonts/HelveticaNeue-italic.fntdata"/><Relationship Id="rId21" Type="http://schemas.openxmlformats.org/officeDocument/2006/relationships/font" Target="fonts/HelveticaNeue-bold.fntdata"/><Relationship Id="rId24" Type="http://schemas.openxmlformats.org/officeDocument/2006/relationships/font" Target="fonts/RobotoMono-regular.fntdata"/><Relationship Id="rId23" Type="http://schemas.openxmlformats.org/officeDocument/2006/relationships/font" Target="fonts/HelveticaNeue-bold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RobotoMono-italic.fntdata"/><Relationship Id="rId25" Type="http://schemas.openxmlformats.org/officeDocument/2006/relationships/font" Target="fonts/RobotoMono-bold.fntdata"/><Relationship Id="rId27" Type="http://schemas.openxmlformats.org/officeDocument/2006/relationships/font" Target="fonts/RobotoMono-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1899d3abee_2_38:notes"/>
          <p:cNvSpPr txBox="1"/>
          <p:nvPr>
            <p:ph idx="12" type="sldNum"/>
          </p:nvPr>
        </p:nvSpPr>
        <p:spPr>
          <a:xfrm>
            <a:off x="3884414" y="8685893"/>
            <a:ext cx="2972098" cy="456595"/>
          </a:xfrm>
          <a:prstGeom prst="rect">
            <a:avLst/>
          </a:prstGeom>
          <a:noFill/>
          <a:ln>
            <a:noFill/>
          </a:ln>
        </p:spPr>
        <p:txBody>
          <a:bodyPr anchorCtr="0" anchor="b" bIns="45550" lIns="91100" spcFirstLastPara="1" rIns="91100" wrap="square" tIns="45550">
            <a:noAutofit/>
          </a:bodyPr>
          <a:lstStyle/>
          <a:p>
            <a:pPr indent="0" lvl="0" marL="0" rtl="0" algn="r">
              <a:lnSpc>
                <a:spcPct val="100000"/>
              </a:lnSpc>
              <a:spcBef>
                <a:spcPts val="0"/>
              </a:spcBef>
              <a:spcAft>
                <a:spcPts val="0"/>
              </a:spcAft>
              <a:buSzPts val="1300"/>
              <a:buNone/>
            </a:pPr>
            <a:fld id="{00000000-1234-1234-1234-123412341234}" type="slidenum">
              <a:rPr lang="en" sz="1300"/>
              <a:t>‹#›</a:t>
            </a:fld>
            <a:endParaRPr sz="1300"/>
          </a:p>
        </p:txBody>
      </p:sp>
      <p:sp>
        <p:nvSpPr>
          <p:cNvPr id="90" name="Google Shape;90;g31899d3abee_2_38:notes"/>
          <p:cNvSpPr/>
          <p:nvPr>
            <p:ph idx="2" type="sldImg"/>
          </p:nvPr>
        </p:nvSpPr>
        <p:spPr>
          <a:xfrm>
            <a:off x="428625" y="686405"/>
            <a:ext cx="600075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g31899d3abee_2_38:notes"/>
          <p:cNvSpPr txBox="1"/>
          <p:nvPr>
            <p:ph idx="1" type="body"/>
          </p:nvPr>
        </p:nvSpPr>
        <p:spPr>
          <a:xfrm>
            <a:off x="686098" y="4343703"/>
            <a:ext cx="5485805" cy="4113892"/>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0"/>
              </a:spcBef>
              <a:spcAft>
                <a:spcPts val="0"/>
              </a:spcAft>
              <a:buSzPts val="1300"/>
              <a:buNone/>
            </a:pPr>
            <a:r>
              <a:t/>
            </a:r>
            <a:endParaRPr sz="13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512cf64959_0_1: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97" name="Google Shape;97;g3512cf64959_0_1: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189c908d72_2_0: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103" name="Google Shape;103;g3189c908d72_2_0: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1899d3abee_2_55:notes"/>
          <p:cNvSpPr txBox="1"/>
          <p:nvPr>
            <p:ph idx="1" type="body"/>
          </p:nvPr>
        </p:nvSpPr>
        <p:spPr>
          <a:xfrm>
            <a:off x="686098" y="4343703"/>
            <a:ext cx="5485805" cy="4113892"/>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109" name="Google Shape;109;g31899d3abee_2_55:notes"/>
          <p:cNvSpPr/>
          <p:nvPr>
            <p:ph idx="2" type="sldImg"/>
          </p:nvPr>
        </p:nvSpPr>
        <p:spPr>
          <a:xfrm>
            <a:off x="428625" y="686405"/>
            <a:ext cx="60007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1899d3abee_2_60:notes"/>
          <p:cNvSpPr txBox="1"/>
          <p:nvPr>
            <p:ph idx="1" type="body"/>
          </p:nvPr>
        </p:nvSpPr>
        <p:spPr>
          <a:xfrm>
            <a:off x="686098" y="4343703"/>
            <a:ext cx="5485781" cy="41140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115" name="Google Shape;115;g31899d3abee_2_60:notes"/>
          <p:cNvSpPr/>
          <p:nvPr>
            <p:ph idx="2" type="sldImg"/>
          </p:nvPr>
        </p:nvSpPr>
        <p:spPr>
          <a:xfrm>
            <a:off x="428625" y="686405"/>
            <a:ext cx="6000750" cy="342914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53f0ded9c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53f0ded9c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1899d3abee_2_65:notes"/>
          <p:cNvSpPr txBox="1"/>
          <p:nvPr>
            <p:ph idx="1" type="body"/>
          </p:nvPr>
        </p:nvSpPr>
        <p:spPr>
          <a:xfrm>
            <a:off x="686098" y="4343703"/>
            <a:ext cx="5485781" cy="41140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130" name="Google Shape;130;g31899d3abee_2_65:notes"/>
          <p:cNvSpPr/>
          <p:nvPr>
            <p:ph idx="2" type="sldImg"/>
          </p:nvPr>
        </p:nvSpPr>
        <p:spPr>
          <a:xfrm>
            <a:off x="428625" y="686405"/>
            <a:ext cx="6000750" cy="342914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512cf64959_0_19: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136" name="Google Shape;136;g3512cf64959_0_19: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1899d3abee_2_79:notes"/>
          <p:cNvSpPr txBox="1"/>
          <p:nvPr>
            <p:ph idx="1" type="body"/>
          </p:nvPr>
        </p:nvSpPr>
        <p:spPr>
          <a:xfrm>
            <a:off x="686098" y="4343703"/>
            <a:ext cx="5485805" cy="4113892"/>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143" name="Google Shape;143;g31899d3abee_2_79:notes"/>
          <p:cNvSpPr/>
          <p:nvPr>
            <p:ph idx="2" type="sldImg"/>
          </p:nvPr>
        </p:nvSpPr>
        <p:spPr>
          <a:xfrm>
            <a:off x="428625" y="686405"/>
            <a:ext cx="60007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1899d3abee_2_84:notes"/>
          <p:cNvSpPr txBox="1"/>
          <p:nvPr>
            <p:ph idx="1" type="body"/>
          </p:nvPr>
        </p:nvSpPr>
        <p:spPr>
          <a:xfrm>
            <a:off x="686098" y="4343703"/>
            <a:ext cx="5485781" cy="41140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149" name="Google Shape;149;g31899d3abee_2_84:notes"/>
          <p:cNvSpPr/>
          <p:nvPr>
            <p:ph idx="2" type="sldImg"/>
          </p:nvPr>
        </p:nvSpPr>
        <p:spPr>
          <a:xfrm>
            <a:off x="428625" y="686405"/>
            <a:ext cx="6000750" cy="342914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1899d3abee_2_88:notes"/>
          <p:cNvSpPr txBox="1"/>
          <p:nvPr>
            <p:ph idx="1" type="body"/>
          </p:nvPr>
        </p:nvSpPr>
        <p:spPr>
          <a:xfrm>
            <a:off x="686098" y="4343703"/>
            <a:ext cx="5485805" cy="4113892"/>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155" name="Google Shape;155;g31899d3abee_2_88:notes"/>
          <p:cNvSpPr/>
          <p:nvPr>
            <p:ph idx="2" type="sldImg"/>
          </p:nvPr>
        </p:nvSpPr>
        <p:spPr>
          <a:xfrm>
            <a:off x="428625" y="686405"/>
            <a:ext cx="60007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512cf64959_0_29: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161" name="Google Shape;161;g3512cf64959_0_29: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3" name="Shape 53"/>
        <p:cNvGrpSpPr/>
        <p:nvPr/>
      </p:nvGrpSpPr>
      <p:grpSpPr>
        <a:xfrm>
          <a:off x="0" y="0"/>
          <a:ext cx="0" cy="0"/>
          <a:chOff x="0" y="0"/>
          <a:chExt cx="0" cy="0"/>
        </a:xfrm>
      </p:grpSpPr>
      <p:sp>
        <p:nvSpPr>
          <p:cNvPr id="54" name="Google Shape;54;p14"/>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5" name="Google Shape;55;p14"/>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480"/>
              </a:spcBef>
              <a:spcAft>
                <a:spcPts val="0"/>
              </a:spcAft>
              <a:buClr>
                <a:srgbClr val="0000FF"/>
              </a:buClr>
              <a:buSzPts val="2400"/>
              <a:buFont typeface="Arial"/>
              <a:buNone/>
              <a:defRPr/>
            </a:lvl1pPr>
            <a:lvl2pPr lvl="1" algn="ctr">
              <a:lnSpc>
                <a:spcPct val="100000"/>
              </a:lnSpc>
              <a:spcBef>
                <a:spcPts val="480"/>
              </a:spcBef>
              <a:spcAft>
                <a:spcPts val="0"/>
              </a:spcAft>
              <a:buClr>
                <a:srgbClr val="0000FF"/>
              </a:buClr>
              <a:buSzPts val="2400"/>
              <a:buFont typeface="Arial"/>
              <a:buNone/>
              <a:defRPr/>
            </a:lvl2pPr>
            <a:lvl3pPr lvl="2" algn="ctr">
              <a:lnSpc>
                <a:spcPct val="100000"/>
              </a:lnSpc>
              <a:spcBef>
                <a:spcPts val="480"/>
              </a:spcBef>
              <a:spcAft>
                <a:spcPts val="0"/>
              </a:spcAft>
              <a:buClr>
                <a:srgbClr val="0000FF"/>
              </a:buClr>
              <a:buSzPts val="2400"/>
              <a:buFont typeface="Arial"/>
              <a:buNone/>
              <a:defRPr/>
            </a:lvl3pPr>
            <a:lvl4pPr lvl="3" algn="ctr">
              <a:lnSpc>
                <a:spcPct val="100000"/>
              </a:lnSpc>
              <a:spcBef>
                <a:spcPts val="480"/>
              </a:spcBef>
              <a:spcAft>
                <a:spcPts val="0"/>
              </a:spcAft>
              <a:buClr>
                <a:srgbClr val="0000FF"/>
              </a:buClr>
              <a:buSzPts val="2400"/>
              <a:buFont typeface="Arial"/>
              <a:buNone/>
              <a:defRPr/>
            </a:lvl4pPr>
            <a:lvl5pPr lvl="4" algn="ctr">
              <a:lnSpc>
                <a:spcPct val="100000"/>
              </a:lnSpc>
              <a:spcBef>
                <a:spcPts val="480"/>
              </a:spcBef>
              <a:spcAft>
                <a:spcPts val="0"/>
              </a:spcAft>
              <a:buClr>
                <a:srgbClr val="0000FF"/>
              </a:buClr>
              <a:buSzPts val="2400"/>
              <a:buFont typeface="Arial"/>
              <a:buNone/>
              <a:defRPr/>
            </a:lvl5pPr>
            <a:lvl6pPr lvl="5" algn="ctr">
              <a:lnSpc>
                <a:spcPct val="100000"/>
              </a:lnSpc>
              <a:spcBef>
                <a:spcPts val="480"/>
              </a:spcBef>
              <a:spcAft>
                <a:spcPts val="0"/>
              </a:spcAft>
              <a:buClr>
                <a:srgbClr val="0000FF"/>
              </a:buClr>
              <a:buSzPts val="2400"/>
              <a:buFont typeface="Arial"/>
              <a:buNone/>
              <a:defRPr/>
            </a:lvl6pPr>
            <a:lvl7pPr lvl="6" algn="ctr">
              <a:lnSpc>
                <a:spcPct val="100000"/>
              </a:lnSpc>
              <a:spcBef>
                <a:spcPts val="480"/>
              </a:spcBef>
              <a:spcAft>
                <a:spcPts val="0"/>
              </a:spcAft>
              <a:buClr>
                <a:srgbClr val="0000FF"/>
              </a:buClr>
              <a:buSzPts val="2400"/>
              <a:buFont typeface="Arial"/>
              <a:buNone/>
              <a:defRPr/>
            </a:lvl7pPr>
            <a:lvl8pPr lvl="7" algn="ctr">
              <a:lnSpc>
                <a:spcPct val="100000"/>
              </a:lnSpc>
              <a:spcBef>
                <a:spcPts val="480"/>
              </a:spcBef>
              <a:spcAft>
                <a:spcPts val="0"/>
              </a:spcAft>
              <a:buClr>
                <a:srgbClr val="0000FF"/>
              </a:buClr>
              <a:buSzPts val="2400"/>
              <a:buFont typeface="Arial"/>
              <a:buNone/>
              <a:defRPr/>
            </a:lvl8pPr>
            <a:lvl9pPr lvl="8" algn="ctr">
              <a:lnSpc>
                <a:spcPct val="100000"/>
              </a:lnSpc>
              <a:spcBef>
                <a:spcPts val="480"/>
              </a:spcBef>
              <a:spcAft>
                <a:spcPts val="0"/>
              </a:spcAft>
              <a:buClr>
                <a:srgbClr val="0000FF"/>
              </a:buClr>
              <a:buSzPts val="2400"/>
              <a:buFont typeface="Arial"/>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spTree>
      <p:nvGrpSpPr>
        <p:cNvPr id="56" name="Shape 56"/>
        <p:cNvGrpSpPr/>
        <p:nvPr/>
      </p:nvGrpSpPr>
      <p:grpSpPr>
        <a:xfrm>
          <a:off x="0" y="0"/>
          <a:ext cx="0" cy="0"/>
          <a:chOff x="0" y="0"/>
          <a:chExt cx="0" cy="0"/>
        </a:xfrm>
      </p:grpSpPr>
      <p:sp>
        <p:nvSpPr>
          <p:cNvPr id="57" name="Google Shape;57;p15"/>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8" name="Google Shape;58;p1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SzPts val="2400"/>
              <a:buChar char="•"/>
              <a:defRPr/>
            </a:lvl1pPr>
            <a:lvl2pPr indent="-381000" lvl="1" marL="914400" algn="l">
              <a:lnSpc>
                <a:spcPct val="100000"/>
              </a:lnSpc>
              <a:spcBef>
                <a:spcPts val="480"/>
              </a:spcBef>
              <a:spcAft>
                <a:spcPts val="0"/>
              </a:spcAft>
              <a:buSzPts val="2400"/>
              <a:buChar char="–"/>
              <a:defRPr/>
            </a:lvl2pPr>
            <a:lvl3pPr indent="-381000" lvl="2" marL="1371600" algn="l">
              <a:lnSpc>
                <a:spcPct val="100000"/>
              </a:lnSpc>
              <a:spcBef>
                <a:spcPts val="480"/>
              </a:spcBef>
              <a:spcAft>
                <a:spcPts val="0"/>
              </a:spcAft>
              <a:buSzPts val="2400"/>
              <a:buChar char="•"/>
              <a:defRPr/>
            </a:lvl3pPr>
            <a:lvl4pPr indent="-381000" lvl="3" marL="1828800" algn="l">
              <a:lnSpc>
                <a:spcPct val="100000"/>
              </a:lnSpc>
              <a:spcBef>
                <a:spcPts val="480"/>
              </a:spcBef>
              <a:spcAft>
                <a:spcPts val="0"/>
              </a:spcAft>
              <a:buSzPts val="2400"/>
              <a:buChar char="–"/>
              <a:defRPr/>
            </a:lvl4pPr>
            <a:lvl5pPr indent="-381000" lvl="4" marL="2286000" algn="l">
              <a:lnSpc>
                <a:spcPct val="100000"/>
              </a:lnSpc>
              <a:spcBef>
                <a:spcPts val="480"/>
              </a:spcBef>
              <a:spcAft>
                <a:spcPts val="0"/>
              </a:spcAft>
              <a:buSzPts val="2400"/>
              <a:buChar char="»"/>
              <a:defRPr/>
            </a:lvl5pPr>
            <a:lvl6pPr indent="-381000" lvl="5" marL="2743200" algn="l">
              <a:lnSpc>
                <a:spcPct val="100000"/>
              </a:lnSpc>
              <a:spcBef>
                <a:spcPts val="480"/>
              </a:spcBef>
              <a:spcAft>
                <a:spcPts val="0"/>
              </a:spcAft>
              <a:buSzPts val="2400"/>
              <a:buChar char="»"/>
              <a:defRPr/>
            </a:lvl6pPr>
            <a:lvl7pPr indent="-381000" lvl="6" marL="3200400" algn="l">
              <a:lnSpc>
                <a:spcPct val="100000"/>
              </a:lnSpc>
              <a:spcBef>
                <a:spcPts val="480"/>
              </a:spcBef>
              <a:spcAft>
                <a:spcPts val="0"/>
              </a:spcAft>
              <a:buSzPts val="2400"/>
              <a:buChar char="»"/>
              <a:defRPr/>
            </a:lvl7pPr>
            <a:lvl8pPr indent="-381000" lvl="7" marL="3657600" algn="l">
              <a:lnSpc>
                <a:spcPct val="100000"/>
              </a:lnSpc>
              <a:spcBef>
                <a:spcPts val="480"/>
              </a:spcBef>
              <a:spcAft>
                <a:spcPts val="0"/>
              </a:spcAft>
              <a:buSzPts val="2400"/>
              <a:buChar char="»"/>
              <a:defRPr/>
            </a:lvl8pPr>
            <a:lvl9pPr indent="-381000" lvl="8" marL="4114800" algn="l">
              <a:lnSpc>
                <a:spcPct val="100000"/>
              </a:lnSpc>
              <a:spcBef>
                <a:spcPts val="480"/>
              </a:spcBef>
              <a:spcAft>
                <a:spcPts val="0"/>
              </a:spcAft>
              <a:buSzPts val="24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showMasterSp="0" type="tbl">
  <p:cSld name="TABLE">
    <p:spTree>
      <p:nvGrpSpPr>
        <p:cNvPr id="59" name="Shape 59"/>
        <p:cNvGrpSpPr/>
        <p:nvPr/>
      </p:nvGrpSpPr>
      <p:grpSpPr>
        <a:xfrm>
          <a:off x="0" y="0"/>
          <a:ext cx="0" cy="0"/>
          <a:chOff x="0" y="0"/>
          <a:chExt cx="0" cy="0"/>
        </a:xfrm>
      </p:grpSpPr>
      <p:sp>
        <p:nvSpPr>
          <p:cNvPr id="60" name="Google Shape;60;p16"/>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61" name="Shape 61"/>
        <p:cNvGrpSpPr/>
        <p:nvPr/>
      </p:nvGrpSpPr>
      <p:grpSpPr>
        <a:xfrm>
          <a:off x="0" y="0"/>
          <a:ext cx="0" cy="0"/>
          <a:chOff x="0" y="0"/>
          <a:chExt cx="0" cy="0"/>
        </a:xfrm>
      </p:grpSpPr>
      <p:sp>
        <p:nvSpPr>
          <p:cNvPr id="62" name="Google Shape;62;p17"/>
          <p:cNvSpPr txBox="1"/>
          <p:nvPr>
            <p:ph type="title"/>
          </p:nvPr>
        </p:nvSpPr>
        <p:spPr>
          <a:xfrm>
            <a:off x="722313" y="3305175"/>
            <a:ext cx="7772400" cy="1021556"/>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3" name="Google Shape;63;p17"/>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0000FF"/>
              </a:buClr>
              <a:buSzPts val="2000"/>
              <a:buFont typeface="Arial"/>
              <a:buNone/>
              <a:defRPr sz="2000"/>
            </a:lvl1pPr>
            <a:lvl2pPr indent="-228600" lvl="1" marL="914400" algn="l">
              <a:lnSpc>
                <a:spcPct val="100000"/>
              </a:lnSpc>
              <a:spcBef>
                <a:spcPts val="360"/>
              </a:spcBef>
              <a:spcAft>
                <a:spcPts val="0"/>
              </a:spcAft>
              <a:buClr>
                <a:srgbClr val="0000FF"/>
              </a:buClr>
              <a:buSzPts val="1800"/>
              <a:buFont typeface="Arial"/>
              <a:buNone/>
              <a:defRPr sz="1800"/>
            </a:lvl2pPr>
            <a:lvl3pPr indent="-228600" lvl="2" marL="1371600" algn="l">
              <a:lnSpc>
                <a:spcPct val="100000"/>
              </a:lnSpc>
              <a:spcBef>
                <a:spcPts val="320"/>
              </a:spcBef>
              <a:spcAft>
                <a:spcPts val="0"/>
              </a:spcAft>
              <a:buClr>
                <a:srgbClr val="0000FF"/>
              </a:buClr>
              <a:buSzPts val="1600"/>
              <a:buFont typeface="Arial"/>
              <a:buNone/>
              <a:defRPr sz="1600"/>
            </a:lvl3pPr>
            <a:lvl4pPr indent="-228600" lvl="3" marL="1828800" algn="l">
              <a:lnSpc>
                <a:spcPct val="100000"/>
              </a:lnSpc>
              <a:spcBef>
                <a:spcPts val="280"/>
              </a:spcBef>
              <a:spcAft>
                <a:spcPts val="0"/>
              </a:spcAft>
              <a:buClr>
                <a:srgbClr val="0000FF"/>
              </a:buClr>
              <a:buSzPts val="1400"/>
              <a:buFont typeface="Arial"/>
              <a:buNone/>
              <a:defRPr sz="1400"/>
            </a:lvl4pPr>
            <a:lvl5pPr indent="-228600" lvl="4" marL="2286000" algn="l">
              <a:lnSpc>
                <a:spcPct val="100000"/>
              </a:lnSpc>
              <a:spcBef>
                <a:spcPts val="280"/>
              </a:spcBef>
              <a:spcAft>
                <a:spcPts val="0"/>
              </a:spcAft>
              <a:buClr>
                <a:srgbClr val="0000FF"/>
              </a:buClr>
              <a:buSzPts val="1400"/>
              <a:buFont typeface="Arial"/>
              <a:buNone/>
              <a:defRPr sz="1400"/>
            </a:lvl5pPr>
            <a:lvl6pPr indent="-228600" lvl="5" marL="2743200" algn="l">
              <a:lnSpc>
                <a:spcPct val="100000"/>
              </a:lnSpc>
              <a:spcBef>
                <a:spcPts val="280"/>
              </a:spcBef>
              <a:spcAft>
                <a:spcPts val="0"/>
              </a:spcAft>
              <a:buClr>
                <a:srgbClr val="0000FF"/>
              </a:buClr>
              <a:buSzPts val="1400"/>
              <a:buFont typeface="Arial"/>
              <a:buNone/>
              <a:defRPr sz="1400"/>
            </a:lvl6pPr>
            <a:lvl7pPr indent="-228600" lvl="6" marL="3200400" algn="l">
              <a:lnSpc>
                <a:spcPct val="100000"/>
              </a:lnSpc>
              <a:spcBef>
                <a:spcPts val="280"/>
              </a:spcBef>
              <a:spcAft>
                <a:spcPts val="0"/>
              </a:spcAft>
              <a:buClr>
                <a:srgbClr val="0000FF"/>
              </a:buClr>
              <a:buSzPts val="1400"/>
              <a:buFont typeface="Arial"/>
              <a:buNone/>
              <a:defRPr sz="1400"/>
            </a:lvl7pPr>
            <a:lvl8pPr indent="-228600" lvl="7" marL="3657600" algn="l">
              <a:lnSpc>
                <a:spcPct val="100000"/>
              </a:lnSpc>
              <a:spcBef>
                <a:spcPts val="280"/>
              </a:spcBef>
              <a:spcAft>
                <a:spcPts val="0"/>
              </a:spcAft>
              <a:buClr>
                <a:srgbClr val="0000FF"/>
              </a:buClr>
              <a:buSzPts val="1400"/>
              <a:buFont typeface="Arial"/>
              <a:buNone/>
              <a:defRPr sz="1400"/>
            </a:lvl8pPr>
            <a:lvl9pPr indent="-228600" lvl="8" marL="4114800" algn="l">
              <a:lnSpc>
                <a:spcPct val="100000"/>
              </a:lnSpc>
              <a:spcBef>
                <a:spcPts val="280"/>
              </a:spcBef>
              <a:spcAft>
                <a:spcPts val="0"/>
              </a:spcAft>
              <a:buClr>
                <a:srgbClr val="0000FF"/>
              </a:buClr>
              <a:buSzPts val="1400"/>
              <a:buFont typeface="Arial"/>
              <a:buNone/>
              <a:defRPr sz="14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64" name="Shape 64"/>
        <p:cNvGrpSpPr/>
        <p:nvPr/>
      </p:nvGrpSpPr>
      <p:grpSpPr>
        <a:xfrm>
          <a:off x="0" y="0"/>
          <a:ext cx="0" cy="0"/>
          <a:chOff x="0" y="0"/>
          <a:chExt cx="0" cy="0"/>
        </a:xfrm>
      </p:grpSpPr>
      <p:sp>
        <p:nvSpPr>
          <p:cNvPr id="65" name="Google Shape;65;p18"/>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6" name="Google Shape;66;p18"/>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rgbClr val="0000FF"/>
              </a:buClr>
              <a:buSzPts val="2400"/>
              <a:buFont typeface="Arial"/>
              <a:buNone/>
              <a:defRPr b="1" sz="2400"/>
            </a:lvl1pPr>
            <a:lvl2pPr indent="-228600" lvl="1" marL="914400" algn="l">
              <a:lnSpc>
                <a:spcPct val="100000"/>
              </a:lnSpc>
              <a:spcBef>
                <a:spcPts val="400"/>
              </a:spcBef>
              <a:spcAft>
                <a:spcPts val="0"/>
              </a:spcAft>
              <a:buClr>
                <a:srgbClr val="0000FF"/>
              </a:buClr>
              <a:buSzPts val="2000"/>
              <a:buFont typeface="Arial"/>
              <a:buNone/>
              <a:defRPr b="1" sz="2000"/>
            </a:lvl2pPr>
            <a:lvl3pPr indent="-228600" lvl="2" marL="1371600" algn="l">
              <a:lnSpc>
                <a:spcPct val="100000"/>
              </a:lnSpc>
              <a:spcBef>
                <a:spcPts val="360"/>
              </a:spcBef>
              <a:spcAft>
                <a:spcPts val="0"/>
              </a:spcAft>
              <a:buClr>
                <a:srgbClr val="0000FF"/>
              </a:buClr>
              <a:buSzPts val="1800"/>
              <a:buFont typeface="Arial"/>
              <a:buNone/>
              <a:defRPr b="1" sz="1800"/>
            </a:lvl3pPr>
            <a:lvl4pPr indent="-228600" lvl="3" marL="1828800" algn="l">
              <a:lnSpc>
                <a:spcPct val="100000"/>
              </a:lnSpc>
              <a:spcBef>
                <a:spcPts val="320"/>
              </a:spcBef>
              <a:spcAft>
                <a:spcPts val="0"/>
              </a:spcAft>
              <a:buClr>
                <a:srgbClr val="0000FF"/>
              </a:buClr>
              <a:buSzPts val="1600"/>
              <a:buFont typeface="Arial"/>
              <a:buNone/>
              <a:defRPr b="1" sz="1600"/>
            </a:lvl4pPr>
            <a:lvl5pPr indent="-228600" lvl="4" marL="2286000" algn="l">
              <a:lnSpc>
                <a:spcPct val="100000"/>
              </a:lnSpc>
              <a:spcBef>
                <a:spcPts val="320"/>
              </a:spcBef>
              <a:spcAft>
                <a:spcPts val="0"/>
              </a:spcAft>
              <a:buClr>
                <a:srgbClr val="0000FF"/>
              </a:buClr>
              <a:buSzPts val="1600"/>
              <a:buFont typeface="Arial"/>
              <a:buNone/>
              <a:defRPr b="1" sz="1600"/>
            </a:lvl5pPr>
            <a:lvl6pPr indent="-228600" lvl="5" marL="2743200" algn="l">
              <a:lnSpc>
                <a:spcPct val="100000"/>
              </a:lnSpc>
              <a:spcBef>
                <a:spcPts val="320"/>
              </a:spcBef>
              <a:spcAft>
                <a:spcPts val="0"/>
              </a:spcAft>
              <a:buClr>
                <a:srgbClr val="0000FF"/>
              </a:buClr>
              <a:buSzPts val="1600"/>
              <a:buFont typeface="Arial"/>
              <a:buNone/>
              <a:defRPr b="1" sz="1600"/>
            </a:lvl6pPr>
            <a:lvl7pPr indent="-228600" lvl="6" marL="3200400" algn="l">
              <a:lnSpc>
                <a:spcPct val="100000"/>
              </a:lnSpc>
              <a:spcBef>
                <a:spcPts val="320"/>
              </a:spcBef>
              <a:spcAft>
                <a:spcPts val="0"/>
              </a:spcAft>
              <a:buClr>
                <a:srgbClr val="0000FF"/>
              </a:buClr>
              <a:buSzPts val="1600"/>
              <a:buFont typeface="Arial"/>
              <a:buNone/>
              <a:defRPr b="1" sz="1600"/>
            </a:lvl7pPr>
            <a:lvl8pPr indent="-228600" lvl="7" marL="3657600" algn="l">
              <a:lnSpc>
                <a:spcPct val="100000"/>
              </a:lnSpc>
              <a:spcBef>
                <a:spcPts val="320"/>
              </a:spcBef>
              <a:spcAft>
                <a:spcPts val="0"/>
              </a:spcAft>
              <a:buClr>
                <a:srgbClr val="0000FF"/>
              </a:buClr>
              <a:buSzPts val="1600"/>
              <a:buFont typeface="Arial"/>
              <a:buNone/>
              <a:defRPr b="1" sz="1600"/>
            </a:lvl8pPr>
            <a:lvl9pPr indent="-228600" lvl="8" marL="4114800" algn="l">
              <a:lnSpc>
                <a:spcPct val="100000"/>
              </a:lnSpc>
              <a:spcBef>
                <a:spcPts val="320"/>
              </a:spcBef>
              <a:spcAft>
                <a:spcPts val="0"/>
              </a:spcAft>
              <a:buClr>
                <a:srgbClr val="0000FF"/>
              </a:buClr>
              <a:buSzPts val="1600"/>
              <a:buFont typeface="Arial"/>
              <a:buNone/>
              <a:defRPr b="1" sz="1600"/>
            </a:lvl9pPr>
          </a:lstStyle>
          <a:p/>
        </p:txBody>
      </p:sp>
      <p:sp>
        <p:nvSpPr>
          <p:cNvPr id="67" name="Google Shape;67;p18"/>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rgbClr val="0000FF"/>
              </a:buClr>
              <a:buSzPts val="2400"/>
              <a:buFont typeface="Arial"/>
              <a:buChar char="•"/>
              <a:defRPr sz="2400"/>
            </a:lvl1pPr>
            <a:lvl2pPr indent="-355600" lvl="1" marL="914400" algn="l">
              <a:lnSpc>
                <a:spcPct val="100000"/>
              </a:lnSpc>
              <a:spcBef>
                <a:spcPts val="400"/>
              </a:spcBef>
              <a:spcAft>
                <a:spcPts val="0"/>
              </a:spcAft>
              <a:buClr>
                <a:srgbClr val="0000FF"/>
              </a:buClr>
              <a:buSzPts val="2000"/>
              <a:buFont typeface="Arial"/>
              <a:buChar char="–"/>
              <a:defRPr sz="2000"/>
            </a:lvl2pPr>
            <a:lvl3pPr indent="-342900" lvl="2" marL="1371600" algn="l">
              <a:lnSpc>
                <a:spcPct val="100000"/>
              </a:lnSpc>
              <a:spcBef>
                <a:spcPts val="360"/>
              </a:spcBef>
              <a:spcAft>
                <a:spcPts val="0"/>
              </a:spcAft>
              <a:buClr>
                <a:srgbClr val="0000FF"/>
              </a:buClr>
              <a:buSzPts val="1800"/>
              <a:buFont typeface="Arial"/>
              <a:buChar char="•"/>
              <a:defRPr sz="1800"/>
            </a:lvl3pPr>
            <a:lvl4pPr indent="-330200" lvl="3" marL="1828800" algn="l">
              <a:lnSpc>
                <a:spcPct val="100000"/>
              </a:lnSpc>
              <a:spcBef>
                <a:spcPts val="320"/>
              </a:spcBef>
              <a:spcAft>
                <a:spcPts val="0"/>
              </a:spcAft>
              <a:buClr>
                <a:srgbClr val="0000FF"/>
              </a:buClr>
              <a:buSzPts val="1600"/>
              <a:buFont typeface="Arial"/>
              <a:buChar char="–"/>
              <a:defRPr sz="1600"/>
            </a:lvl4pPr>
            <a:lvl5pPr indent="-330200" lvl="4" marL="2286000" algn="l">
              <a:lnSpc>
                <a:spcPct val="100000"/>
              </a:lnSpc>
              <a:spcBef>
                <a:spcPts val="320"/>
              </a:spcBef>
              <a:spcAft>
                <a:spcPts val="0"/>
              </a:spcAft>
              <a:buClr>
                <a:srgbClr val="0000FF"/>
              </a:buClr>
              <a:buSzPts val="1600"/>
              <a:buFont typeface="Arial"/>
              <a:buChar char="»"/>
              <a:defRPr sz="1600"/>
            </a:lvl5pPr>
            <a:lvl6pPr indent="-330200" lvl="5" marL="2743200" algn="l">
              <a:lnSpc>
                <a:spcPct val="100000"/>
              </a:lnSpc>
              <a:spcBef>
                <a:spcPts val="320"/>
              </a:spcBef>
              <a:spcAft>
                <a:spcPts val="0"/>
              </a:spcAft>
              <a:buClr>
                <a:srgbClr val="0000FF"/>
              </a:buClr>
              <a:buSzPts val="1600"/>
              <a:buFont typeface="Arial"/>
              <a:buChar char="»"/>
              <a:defRPr sz="1600"/>
            </a:lvl6pPr>
            <a:lvl7pPr indent="-330200" lvl="6" marL="3200400" algn="l">
              <a:lnSpc>
                <a:spcPct val="100000"/>
              </a:lnSpc>
              <a:spcBef>
                <a:spcPts val="320"/>
              </a:spcBef>
              <a:spcAft>
                <a:spcPts val="0"/>
              </a:spcAft>
              <a:buClr>
                <a:srgbClr val="0000FF"/>
              </a:buClr>
              <a:buSzPts val="1600"/>
              <a:buFont typeface="Arial"/>
              <a:buChar char="»"/>
              <a:defRPr sz="1600"/>
            </a:lvl7pPr>
            <a:lvl8pPr indent="-330200" lvl="7" marL="3657600" algn="l">
              <a:lnSpc>
                <a:spcPct val="100000"/>
              </a:lnSpc>
              <a:spcBef>
                <a:spcPts val="320"/>
              </a:spcBef>
              <a:spcAft>
                <a:spcPts val="0"/>
              </a:spcAft>
              <a:buClr>
                <a:srgbClr val="0000FF"/>
              </a:buClr>
              <a:buSzPts val="1600"/>
              <a:buFont typeface="Arial"/>
              <a:buChar char="»"/>
              <a:defRPr sz="1600"/>
            </a:lvl8pPr>
            <a:lvl9pPr indent="-330200" lvl="8" marL="4114800" algn="l">
              <a:lnSpc>
                <a:spcPct val="100000"/>
              </a:lnSpc>
              <a:spcBef>
                <a:spcPts val="320"/>
              </a:spcBef>
              <a:spcAft>
                <a:spcPts val="0"/>
              </a:spcAft>
              <a:buClr>
                <a:srgbClr val="0000FF"/>
              </a:buClr>
              <a:buSzPts val="1600"/>
              <a:buFont typeface="Arial"/>
              <a:buChar char="»"/>
              <a:defRPr sz="1600"/>
            </a:lvl9pPr>
          </a:lstStyle>
          <a:p/>
        </p:txBody>
      </p:sp>
      <p:sp>
        <p:nvSpPr>
          <p:cNvPr id="68" name="Google Shape;68;p18"/>
          <p:cNvSpPr txBox="1"/>
          <p:nvPr>
            <p:ph idx="3" type="body"/>
          </p:nvPr>
        </p:nvSpPr>
        <p:spPr>
          <a:xfrm>
            <a:off x="4645025" y="1151335"/>
            <a:ext cx="4041775" cy="47982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rgbClr val="0000FF"/>
              </a:buClr>
              <a:buSzPts val="2400"/>
              <a:buFont typeface="Arial"/>
              <a:buNone/>
              <a:defRPr b="1" sz="2400"/>
            </a:lvl1pPr>
            <a:lvl2pPr indent="-228600" lvl="1" marL="914400" algn="l">
              <a:lnSpc>
                <a:spcPct val="100000"/>
              </a:lnSpc>
              <a:spcBef>
                <a:spcPts val="400"/>
              </a:spcBef>
              <a:spcAft>
                <a:spcPts val="0"/>
              </a:spcAft>
              <a:buClr>
                <a:srgbClr val="0000FF"/>
              </a:buClr>
              <a:buSzPts val="2000"/>
              <a:buFont typeface="Arial"/>
              <a:buNone/>
              <a:defRPr b="1" sz="2000"/>
            </a:lvl2pPr>
            <a:lvl3pPr indent="-228600" lvl="2" marL="1371600" algn="l">
              <a:lnSpc>
                <a:spcPct val="100000"/>
              </a:lnSpc>
              <a:spcBef>
                <a:spcPts val="360"/>
              </a:spcBef>
              <a:spcAft>
                <a:spcPts val="0"/>
              </a:spcAft>
              <a:buClr>
                <a:srgbClr val="0000FF"/>
              </a:buClr>
              <a:buSzPts val="1800"/>
              <a:buFont typeface="Arial"/>
              <a:buNone/>
              <a:defRPr b="1" sz="1800"/>
            </a:lvl3pPr>
            <a:lvl4pPr indent="-228600" lvl="3" marL="1828800" algn="l">
              <a:lnSpc>
                <a:spcPct val="100000"/>
              </a:lnSpc>
              <a:spcBef>
                <a:spcPts val="320"/>
              </a:spcBef>
              <a:spcAft>
                <a:spcPts val="0"/>
              </a:spcAft>
              <a:buClr>
                <a:srgbClr val="0000FF"/>
              </a:buClr>
              <a:buSzPts val="1600"/>
              <a:buFont typeface="Arial"/>
              <a:buNone/>
              <a:defRPr b="1" sz="1600"/>
            </a:lvl4pPr>
            <a:lvl5pPr indent="-228600" lvl="4" marL="2286000" algn="l">
              <a:lnSpc>
                <a:spcPct val="100000"/>
              </a:lnSpc>
              <a:spcBef>
                <a:spcPts val="320"/>
              </a:spcBef>
              <a:spcAft>
                <a:spcPts val="0"/>
              </a:spcAft>
              <a:buClr>
                <a:srgbClr val="0000FF"/>
              </a:buClr>
              <a:buSzPts val="1600"/>
              <a:buFont typeface="Arial"/>
              <a:buNone/>
              <a:defRPr b="1" sz="1600"/>
            </a:lvl5pPr>
            <a:lvl6pPr indent="-228600" lvl="5" marL="2743200" algn="l">
              <a:lnSpc>
                <a:spcPct val="100000"/>
              </a:lnSpc>
              <a:spcBef>
                <a:spcPts val="320"/>
              </a:spcBef>
              <a:spcAft>
                <a:spcPts val="0"/>
              </a:spcAft>
              <a:buClr>
                <a:srgbClr val="0000FF"/>
              </a:buClr>
              <a:buSzPts val="1600"/>
              <a:buFont typeface="Arial"/>
              <a:buNone/>
              <a:defRPr b="1" sz="1600"/>
            </a:lvl6pPr>
            <a:lvl7pPr indent="-228600" lvl="6" marL="3200400" algn="l">
              <a:lnSpc>
                <a:spcPct val="100000"/>
              </a:lnSpc>
              <a:spcBef>
                <a:spcPts val="320"/>
              </a:spcBef>
              <a:spcAft>
                <a:spcPts val="0"/>
              </a:spcAft>
              <a:buClr>
                <a:srgbClr val="0000FF"/>
              </a:buClr>
              <a:buSzPts val="1600"/>
              <a:buFont typeface="Arial"/>
              <a:buNone/>
              <a:defRPr b="1" sz="1600"/>
            </a:lvl7pPr>
            <a:lvl8pPr indent="-228600" lvl="7" marL="3657600" algn="l">
              <a:lnSpc>
                <a:spcPct val="100000"/>
              </a:lnSpc>
              <a:spcBef>
                <a:spcPts val="320"/>
              </a:spcBef>
              <a:spcAft>
                <a:spcPts val="0"/>
              </a:spcAft>
              <a:buClr>
                <a:srgbClr val="0000FF"/>
              </a:buClr>
              <a:buSzPts val="1600"/>
              <a:buFont typeface="Arial"/>
              <a:buNone/>
              <a:defRPr b="1" sz="1600"/>
            </a:lvl8pPr>
            <a:lvl9pPr indent="-228600" lvl="8" marL="4114800" algn="l">
              <a:lnSpc>
                <a:spcPct val="100000"/>
              </a:lnSpc>
              <a:spcBef>
                <a:spcPts val="320"/>
              </a:spcBef>
              <a:spcAft>
                <a:spcPts val="0"/>
              </a:spcAft>
              <a:buClr>
                <a:srgbClr val="0000FF"/>
              </a:buClr>
              <a:buSzPts val="1600"/>
              <a:buFont typeface="Arial"/>
              <a:buNone/>
              <a:defRPr b="1" sz="1600"/>
            </a:lvl9pPr>
          </a:lstStyle>
          <a:p/>
        </p:txBody>
      </p:sp>
      <p:sp>
        <p:nvSpPr>
          <p:cNvPr id="69" name="Google Shape;69;p18"/>
          <p:cNvSpPr txBox="1"/>
          <p:nvPr>
            <p:ph idx="4" type="body"/>
          </p:nvPr>
        </p:nvSpPr>
        <p:spPr>
          <a:xfrm>
            <a:off x="4645025" y="1631156"/>
            <a:ext cx="4041775" cy="2963466"/>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rgbClr val="0000FF"/>
              </a:buClr>
              <a:buSzPts val="2400"/>
              <a:buFont typeface="Arial"/>
              <a:buChar char="•"/>
              <a:defRPr sz="2400"/>
            </a:lvl1pPr>
            <a:lvl2pPr indent="-355600" lvl="1" marL="914400" algn="l">
              <a:lnSpc>
                <a:spcPct val="100000"/>
              </a:lnSpc>
              <a:spcBef>
                <a:spcPts val="400"/>
              </a:spcBef>
              <a:spcAft>
                <a:spcPts val="0"/>
              </a:spcAft>
              <a:buClr>
                <a:srgbClr val="0000FF"/>
              </a:buClr>
              <a:buSzPts val="2000"/>
              <a:buFont typeface="Arial"/>
              <a:buChar char="–"/>
              <a:defRPr sz="2000"/>
            </a:lvl2pPr>
            <a:lvl3pPr indent="-342900" lvl="2" marL="1371600" algn="l">
              <a:lnSpc>
                <a:spcPct val="100000"/>
              </a:lnSpc>
              <a:spcBef>
                <a:spcPts val="360"/>
              </a:spcBef>
              <a:spcAft>
                <a:spcPts val="0"/>
              </a:spcAft>
              <a:buClr>
                <a:srgbClr val="0000FF"/>
              </a:buClr>
              <a:buSzPts val="1800"/>
              <a:buFont typeface="Arial"/>
              <a:buChar char="•"/>
              <a:defRPr sz="1800"/>
            </a:lvl3pPr>
            <a:lvl4pPr indent="-330200" lvl="3" marL="1828800" algn="l">
              <a:lnSpc>
                <a:spcPct val="100000"/>
              </a:lnSpc>
              <a:spcBef>
                <a:spcPts val="320"/>
              </a:spcBef>
              <a:spcAft>
                <a:spcPts val="0"/>
              </a:spcAft>
              <a:buClr>
                <a:srgbClr val="0000FF"/>
              </a:buClr>
              <a:buSzPts val="1600"/>
              <a:buFont typeface="Arial"/>
              <a:buChar char="–"/>
              <a:defRPr sz="1600"/>
            </a:lvl4pPr>
            <a:lvl5pPr indent="-330200" lvl="4" marL="2286000" algn="l">
              <a:lnSpc>
                <a:spcPct val="100000"/>
              </a:lnSpc>
              <a:spcBef>
                <a:spcPts val="320"/>
              </a:spcBef>
              <a:spcAft>
                <a:spcPts val="0"/>
              </a:spcAft>
              <a:buClr>
                <a:srgbClr val="0000FF"/>
              </a:buClr>
              <a:buSzPts val="1600"/>
              <a:buFont typeface="Arial"/>
              <a:buChar char="»"/>
              <a:defRPr sz="1600"/>
            </a:lvl5pPr>
            <a:lvl6pPr indent="-330200" lvl="5" marL="2743200" algn="l">
              <a:lnSpc>
                <a:spcPct val="100000"/>
              </a:lnSpc>
              <a:spcBef>
                <a:spcPts val="320"/>
              </a:spcBef>
              <a:spcAft>
                <a:spcPts val="0"/>
              </a:spcAft>
              <a:buClr>
                <a:srgbClr val="0000FF"/>
              </a:buClr>
              <a:buSzPts val="1600"/>
              <a:buFont typeface="Arial"/>
              <a:buChar char="»"/>
              <a:defRPr sz="1600"/>
            </a:lvl6pPr>
            <a:lvl7pPr indent="-330200" lvl="6" marL="3200400" algn="l">
              <a:lnSpc>
                <a:spcPct val="100000"/>
              </a:lnSpc>
              <a:spcBef>
                <a:spcPts val="320"/>
              </a:spcBef>
              <a:spcAft>
                <a:spcPts val="0"/>
              </a:spcAft>
              <a:buClr>
                <a:srgbClr val="0000FF"/>
              </a:buClr>
              <a:buSzPts val="1600"/>
              <a:buFont typeface="Arial"/>
              <a:buChar char="»"/>
              <a:defRPr sz="1600"/>
            </a:lvl7pPr>
            <a:lvl8pPr indent="-330200" lvl="7" marL="3657600" algn="l">
              <a:lnSpc>
                <a:spcPct val="100000"/>
              </a:lnSpc>
              <a:spcBef>
                <a:spcPts val="320"/>
              </a:spcBef>
              <a:spcAft>
                <a:spcPts val="0"/>
              </a:spcAft>
              <a:buClr>
                <a:srgbClr val="0000FF"/>
              </a:buClr>
              <a:buSzPts val="1600"/>
              <a:buFont typeface="Arial"/>
              <a:buChar char="»"/>
              <a:defRPr sz="1600"/>
            </a:lvl8pPr>
            <a:lvl9pPr indent="-330200" lvl="8" marL="4114800" algn="l">
              <a:lnSpc>
                <a:spcPct val="100000"/>
              </a:lnSpc>
              <a:spcBef>
                <a:spcPts val="320"/>
              </a:spcBef>
              <a:spcAft>
                <a:spcPts val="0"/>
              </a:spcAft>
              <a:buClr>
                <a:srgbClr val="0000FF"/>
              </a:buClr>
              <a:buSzPts val="1600"/>
              <a:buFont typeface="Arial"/>
              <a:buChar char="»"/>
              <a:defRPr sz="16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70" name="Shape 70"/>
        <p:cNvGrpSpPr/>
        <p:nvPr/>
      </p:nvGrpSpPr>
      <p:grpSpPr>
        <a:xfrm>
          <a:off x="0" y="0"/>
          <a:ext cx="0" cy="0"/>
          <a:chOff x="0" y="0"/>
          <a:chExt cx="0" cy="0"/>
        </a:xfrm>
      </p:grpSpPr>
      <p:sp>
        <p:nvSpPr>
          <p:cNvPr id="71" name="Google Shape;71;p19"/>
          <p:cNvSpPr txBox="1"/>
          <p:nvPr>
            <p:ph type="title"/>
          </p:nvPr>
        </p:nvSpPr>
        <p:spPr>
          <a:xfrm>
            <a:off x="457200" y="204788"/>
            <a:ext cx="3008313" cy="8715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2" name="Google Shape;72;p19"/>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rgbClr val="0000FF"/>
              </a:buClr>
              <a:buSzPts val="3200"/>
              <a:buFont typeface="Arial"/>
              <a:buChar char="•"/>
              <a:defRPr sz="3200"/>
            </a:lvl1pPr>
            <a:lvl2pPr indent="-406400" lvl="1" marL="914400" algn="l">
              <a:lnSpc>
                <a:spcPct val="100000"/>
              </a:lnSpc>
              <a:spcBef>
                <a:spcPts val="560"/>
              </a:spcBef>
              <a:spcAft>
                <a:spcPts val="0"/>
              </a:spcAft>
              <a:buClr>
                <a:srgbClr val="0000FF"/>
              </a:buClr>
              <a:buSzPts val="2800"/>
              <a:buFont typeface="Arial"/>
              <a:buChar char="–"/>
              <a:defRPr sz="2800"/>
            </a:lvl2pPr>
            <a:lvl3pPr indent="-381000" lvl="2" marL="1371600" algn="l">
              <a:lnSpc>
                <a:spcPct val="100000"/>
              </a:lnSpc>
              <a:spcBef>
                <a:spcPts val="480"/>
              </a:spcBef>
              <a:spcAft>
                <a:spcPts val="0"/>
              </a:spcAft>
              <a:buClr>
                <a:srgbClr val="0000FF"/>
              </a:buClr>
              <a:buSzPts val="2400"/>
              <a:buFont typeface="Arial"/>
              <a:buChar char="•"/>
              <a:defRPr sz="2400"/>
            </a:lvl3pPr>
            <a:lvl4pPr indent="-355600" lvl="3" marL="1828800" algn="l">
              <a:lnSpc>
                <a:spcPct val="100000"/>
              </a:lnSpc>
              <a:spcBef>
                <a:spcPts val="400"/>
              </a:spcBef>
              <a:spcAft>
                <a:spcPts val="0"/>
              </a:spcAft>
              <a:buClr>
                <a:srgbClr val="0000FF"/>
              </a:buClr>
              <a:buSzPts val="2000"/>
              <a:buFont typeface="Arial"/>
              <a:buChar char="–"/>
              <a:defRPr sz="2000"/>
            </a:lvl4pPr>
            <a:lvl5pPr indent="-355600" lvl="4" marL="2286000" algn="l">
              <a:lnSpc>
                <a:spcPct val="100000"/>
              </a:lnSpc>
              <a:spcBef>
                <a:spcPts val="400"/>
              </a:spcBef>
              <a:spcAft>
                <a:spcPts val="0"/>
              </a:spcAft>
              <a:buClr>
                <a:srgbClr val="0000FF"/>
              </a:buClr>
              <a:buSzPts val="2000"/>
              <a:buFont typeface="Arial"/>
              <a:buChar char="»"/>
              <a:defRPr sz="2000"/>
            </a:lvl5pPr>
            <a:lvl6pPr indent="-355600" lvl="5" marL="2743200" algn="l">
              <a:lnSpc>
                <a:spcPct val="100000"/>
              </a:lnSpc>
              <a:spcBef>
                <a:spcPts val="400"/>
              </a:spcBef>
              <a:spcAft>
                <a:spcPts val="0"/>
              </a:spcAft>
              <a:buClr>
                <a:srgbClr val="0000FF"/>
              </a:buClr>
              <a:buSzPts val="2000"/>
              <a:buFont typeface="Arial"/>
              <a:buChar char="»"/>
              <a:defRPr sz="2000"/>
            </a:lvl6pPr>
            <a:lvl7pPr indent="-355600" lvl="6" marL="3200400" algn="l">
              <a:lnSpc>
                <a:spcPct val="100000"/>
              </a:lnSpc>
              <a:spcBef>
                <a:spcPts val="400"/>
              </a:spcBef>
              <a:spcAft>
                <a:spcPts val="0"/>
              </a:spcAft>
              <a:buClr>
                <a:srgbClr val="0000FF"/>
              </a:buClr>
              <a:buSzPts val="2000"/>
              <a:buFont typeface="Arial"/>
              <a:buChar char="»"/>
              <a:defRPr sz="2000"/>
            </a:lvl7pPr>
            <a:lvl8pPr indent="-355600" lvl="7" marL="3657600" algn="l">
              <a:lnSpc>
                <a:spcPct val="100000"/>
              </a:lnSpc>
              <a:spcBef>
                <a:spcPts val="400"/>
              </a:spcBef>
              <a:spcAft>
                <a:spcPts val="0"/>
              </a:spcAft>
              <a:buClr>
                <a:srgbClr val="0000FF"/>
              </a:buClr>
              <a:buSzPts val="2000"/>
              <a:buFont typeface="Arial"/>
              <a:buChar char="»"/>
              <a:defRPr sz="2000"/>
            </a:lvl8pPr>
            <a:lvl9pPr indent="-355600" lvl="8" marL="4114800" algn="l">
              <a:lnSpc>
                <a:spcPct val="100000"/>
              </a:lnSpc>
              <a:spcBef>
                <a:spcPts val="400"/>
              </a:spcBef>
              <a:spcAft>
                <a:spcPts val="0"/>
              </a:spcAft>
              <a:buClr>
                <a:srgbClr val="0000FF"/>
              </a:buClr>
              <a:buSzPts val="2000"/>
              <a:buFont typeface="Arial"/>
              <a:buChar char="»"/>
              <a:defRPr sz="2000"/>
            </a:lvl9pPr>
          </a:lstStyle>
          <a:p/>
        </p:txBody>
      </p:sp>
      <p:sp>
        <p:nvSpPr>
          <p:cNvPr id="73" name="Google Shape;73;p19"/>
          <p:cNvSpPr txBox="1"/>
          <p:nvPr>
            <p:ph idx="2" type="body"/>
          </p:nvPr>
        </p:nvSpPr>
        <p:spPr>
          <a:xfrm>
            <a:off x="457200" y="1076325"/>
            <a:ext cx="3008313" cy="3518297"/>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rgbClr val="0000FF"/>
              </a:buClr>
              <a:buSzPts val="1400"/>
              <a:buFont typeface="Arial"/>
              <a:buNone/>
              <a:defRPr sz="1400"/>
            </a:lvl1pPr>
            <a:lvl2pPr indent="-228600" lvl="1" marL="914400" algn="l">
              <a:lnSpc>
                <a:spcPct val="100000"/>
              </a:lnSpc>
              <a:spcBef>
                <a:spcPts val="240"/>
              </a:spcBef>
              <a:spcAft>
                <a:spcPts val="0"/>
              </a:spcAft>
              <a:buClr>
                <a:srgbClr val="0000FF"/>
              </a:buClr>
              <a:buSzPts val="1200"/>
              <a:buFont typeface="Arial"/>
              <a:buNone/>
              <a:defRPr sz="1200"/>
            </a:lvl2pPr>
            <a:lvl3pPr indent="-228600" lvl="2" marL="1371600" algn="l">
              <a:lnSpc>
                <a:spcPct val="100000"/>
              </a:lnSpc>
              <a:spcBef>
                <a:spcPts val="200"/>
              </a:spcBef>
              <a:spcAft>
                <a:spcPts val="0"/>
              </a:spcAft>
              <a:buClr>
                <a:srgbClr val="0000FF"/>
              </a:buClr>
              <a:buSzPts val="1000"/>
              <a:buFont typeface="Arial"/>
              <a:buNone/>
              <a:defRPr sz="1000"/>
            </a:lvl3pPr>
            <a:lvl4pPr indent="-228600" lvl="3" marL="1828800" algn="l">
              <a:lnSpc>
                <a:spcPct val="100000"/>
              </a:lnSpc>
              <a:spcBef>
                <a:spcPts val="180"/>
              </a:spcBef>
              <a:spcAft>
                <a:spcPts val="0"/>
              </a:spcAft>
              <a:buClr>
                <a:srgbClr val="0000FF"/>
              </a:buClr>
              <a:buSzPts val="900"/>
              <a:buFont typeface="Arial"/>
              <a:buNone/>
              <a:defRPr sz="900"/>
            </a:lvl4pPr>
            <a:lvl5pPr indent="-228600" lvl="4" marL="2286000" algn="l">
              <a:lnSpc>
                <a:spcPct val="100000"/>
              </a:lnSpc>
              <a:spcBef>
                <a:spcPts val="180"/>
              </a:spcBef>
              <a:spcAft>
                <a:spcPts val="0"/>
              </a:spcAft>
              <a:buClr>
                <a:srgbClr val="0000FF"/>
              </a:buClr>
              <a:buSzPts val="900"/>
              <a:buFont typeface="Arial"/>
              <a:buNone/>
              <a:defRPr sz="900"/>
            </a:lvl5pPr>
            <a:lvl6pPr indent="-228600" lvl="5" marL="2743200" algn="l">
              <a:lnSpc>
                <a:spcPct val="100000"/>
              </a:lnSpc>
              <a:spcBef>
                <a:spcPts val="180"/>
              </a:spcBef>
              <a:spcAft>
                <a:spcPts val="0"/>
              </a:spcAft>
              <a:buClr>
                <a:srgbClr val="0000FF"/>
              </a:buClr>
              <a:buSzPts val="900"/>
              <a:buFont typeface="Arial"/>
              <a:buNone/>
              <a:defRPr sz="900"/>
            </a:lvl6pPr>
            <a:lvl7pPr indent="-228600" lvl="6" marL="3200400" algn="l">
              <a:lnSpc>
                <a:spcPct val="100000"/>
              </a:lnSpc>
              <a:spcBef>
                <a:spcPts val="180"/>
              </a:spcBef>
              <a:spcAft>
                <a:spcPts val="0"/>
              </a:spcAft>
              <a:buClr>
                <a:srgbClr val="0000FF"/>
              </a:buClr>
              <a:buSzPts val="900"/>
              <a:buFont typeface="Arial"/>
              <a:buNone/>
              <a:defRPr sz="900"/>
            </a:lvl7pPr>
            <a:lvl8pPr indent="-228600" lvl="7" marL="3657600" algn="l">
              <a:lnSpc>
                <a:spcPct val="100000"/>
              </a:lnSpc>
              <a:spcBef>
                <a:spcPts val="180"/>
              </a:spcBef>
              <a:spcAft>
                <a:spcPts val="0"/>
              </a:spcAft>
              <a:buClr>
                <a:srgbClr val="0000FF"/>
              </a:buClr>
              <a:buSzPts val="900"/>
              <a:buFont typeface="Arial"/>
              <a:buNone/>
              <a:defRPr sz="900"/>
            </a:lvl8pPr>
            <a:lvl9pPr indent="-228600" lvl="8" marL="4114800" algn="l">
              <a:lnSpc>
                <a:spcPct val="100000"/>
              </a:lnSpc>
              <a:spcBef>
                <a:spcPts val="180"/>
              </a:spcBef>
              <a:spcAft>
                <a:spcPts val="0"/>
              </a:spcAft>
              <a:buClr>
                <a:srgbClr val="0000FF"/>
              </a:buClr>
              <a:buSzPts val="900"/>
              <a:buFont typeface="Arial"/>
              <a:buNone/>
              <a:defRPr sz="9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4" name="Shape 74"/>
        <p:cNvGrpSpPr/>
        <p:nvPr/>
      </p:nvGrpSpPr>
      <p:grpSpPr>
        <a:xfrm>
          <a:off x="0" y="0"/>
          <a:ext cx="0" cy="0"/>
          <a:chOff x="0" y="0"/>
          <a:chExt cx="0" cy="0"/>
        </a:xfrm>
      </p:grpSpPr>
      <p:sp>
        <p:nvSpPr>
          <p:cNvPr id="75" name="Google Shape;75;p20"/>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 name="Google Shape;76;p20"/>
          <p:cNvSpPr/>
          <p:nvPr>
            <p:ph idx="2" type="pic"/>
          </p:nvPr>
        </p:nvSpPr>
        <p:spPr>
          <a:xfrm>
            <a:off x="1792288" y="459581"/>
            <a:ext cx="5486400" cy="3086100"/>
          </a:xfrm>
          <a:prstGeom prst="rect">
            <a:avLst/>
          </a:prstGeom>
          <a:noFill/>
          <a:ln>
            <a:noFill/>
          </a:ln>
        </p:spPr>
      </p:sp>
      <p:sp>
        <p:nvSpPr>
          <p:cNvPr id="77" name="Google Shape;77;p20"/>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rgbClr val="0000FF"/>
              </a:buClr>
              <a:buSzPts val="1400"/>
              <a:buFont typeface="Arial"/>
              <a:buNone/>
              <a:defRPr sz="1400"/>
            </a:lvl1pPr>
            <a:lvl2pPr indent="-228600" lvl="1" marL="914400" algn="l">
              <a:lnSpc>
                <a:spcPct val="100000"/>
              </a:lnSpc>
              <a:spcBef>
                <a:spcPts val="240"/>
              </a:spcBef>
              <a:spcAft>
                <a:spcPts val="0"/>
              </a:spcAft>
              <a:buClr>
                <a:srgbClr val="0000FF"/>
              </a:buClr>
              <a:buSzPts val="1200"/>
              <a:buFont typeface="Arial"/>
              <a:buNone/>
              <a:defRPr sz="1200"/>
            </a:lvl2pPr>
            <a:lvl3pPr indent="-228600" lvl="2" marL="1371600" algn="l">
              <a:lnSpc>
                <a:spcPct val="100000"/>
              </a:lnSpc>
              <a:spcBef>
                <a:spcPts val="200"/>
              </a:spcBef>
              <a:spcAft>
                <a:spcPts val="0"/>
              </a:spcAft>
              <a:buClr>
                <a:srgbClr val="0000FF"/>
              </a:buClr>
              <a:buSzPts val="1000"/>
              <a:buFont typeface="Arial"/>
              <a:buNone/>
              <a:defRPr sz="1000"/>
            </a:lvl3pPr>
            <a:lvl4pPr indent="-228600" lvl="3" marL="1828800" algn="l">
              <a:lnSpc>
                <a:spcPct val="100000"/>
              </a:lnSpc>
              <a:spcBef>
                <a:spcPts val="180"/>
              </a:spcBef>
              <a:spcAft>
                <a:spcPts val="0"/>
              </a:spcAft>
              <a:buClr>
                <a:srgbClr val="0000FF"/>
              </a:buClr>
              <a:buSzPts val="900"/>
              <a:buFont typeface="Arial"/>
              <a:buNone/>
              <a:defRPr sz="900"/>
            </a:lvl4pPr>
            <a:lvl5pPr indent="-228600" lvl="4" marL="2286000" algn="l">
              <a:lnSpc>
                <a:spcPct val="100000"/>
              </a:lnSpc>
              <a:spcBef>
                <a:spcPts val="180"/>
              </a:spcBef>
              <a:spcAft>
                <a:spcPts val="0"/>
              </a:spcAft>
              <a:buClr>
                <a:srgbClr val="0000FF"/>
              </a:buClr>
              <a:buSzPts val="900"/>
              <a:buFont typeface="Arial"/>
              <a:buNone/>
              <a:defRPr sz="900"/>
            </a:lvl5pPr>
            <a:lvl6pPr indent="-228600" lvl="5" marL="2743200" algn="l">
              <a:lnSpc>
                <a:spcPct val="100000"/>
              </a:lnSpc>
              <a:spcBef>
                <a:spcPts val="180"/>
              </a:spcBef>
              <a:spcAft>
                <a:spcPts val="0"/>
              </a:spcAft>
              <a:buClr>
                <a:srgbClr val="0000FF"/>
              </a:buClr>
              <a:buSzPts val="900"/>
              <a:buFont typeface="Arial"/>
              <a:buNone/>
              <a:defRPr sz="900"/>
            </a:lvl6pPr>
            <a:lvl7pPr indent="-228600" lvl="6" marL="3200400" algn="l">
              <a:lnSpc>
                <a:spcPct val="100000"/>
              </a:lnSpc>
              <a:spcBef>
                <a:spcPts val="180"/>
              </a:spcBef>
              <a:spcAft>
                <a:spcPts val="0"/>
              </a:spcAft>
              <a:buClr>
                <a:srgbClr val="0000FF"/>
              </a:buClr>
              <a:buSzPts val="900"/>
              <a:buFont typeface="Arial"/>
              <a:buNone/>
              <a:defRPr sz="900"/>
            </a:lvl7pPr>
            <a:lvl8pPr indent="-228600" lvl="7" marL="3657600" algn="l">
              <a:lnSpc>
                <a:spcPct val="100000"/>
              </a:lnSpc>
              <a:spcBef>
                <a:spcPts val="180"/>
              </a:spcBef>
              <a:spcAft>
                <a:spcPts val="0"/>
              </a:spcAft>
              <a:buClr>
                <a:srgbClr val="0000FF"/>
              </a:buClr>
              <a:buSzPts val="900"/>
              <a:buFont typeface="Arial"/>
              <a:buNone/>
              <a:defRPr sz="900"/>
            </a:lvl8pPr>
            <a:lvl9pPr indent="-228600" lvl="8" marL="4114800" algn="l">
              <a:lnSpc>
                <a:spcPct val="100000"/>
              </a:lnSpc>
              <a:spcBef>
                <a:spcPts val="180"/>
              </a:spcBef>
              <a:spcAft>
                <a:spcPts val="0"/>
              </a:spcAft>
              <a:buClr>
                <a:srgbClr val="0000FF"/>
              </a:buClr>
              <a:buSzPts val="900"/>
              <a:buFont typeface="Arial"/>
              <a:buNone/>
              <a:defRPr sz="9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showMasterSp="0" type="vertTx">
  <p:cSld name="VERTICAL_TEXT">
    <p:spTree>
      <p:nvGrpSpPr>
        <p:cNvPr id="78" name="Shape 78"/>
        <p:cNvGrpSpPr/>
        <p:nvPr/>
      </p:nvGrpSpPr>
      <p:grpSpPr>
        <a:xfrm>
          <a:off x="0" y="0"/>
          <a:ext cx="0" cy="0"/>
          <a:chOff x="0" y="0"/>
          <a:chExt cx="0" cy="0"/>
        </a:xfrm>
      </p:grpSpPr>
      <p:sp>
        <p:nvSpPr>
          <p:cNvPr id="79" name="Google Shape;79;p21"/>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0" name="Google Shape;80;p21"/>
          <p:cNvSpPr txBox="1"/>
          <p:nvPr>
            <p:ph idx="1" type="body"/>
          </p:nvPr>
        </p:nvSpPr>
        <p:spPr>
          <a:xfrm rot="5400000">
            <a:off x="2874763" y="-1217414"/>
            <a:ext cx="3394472"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0000FF"/>
              </a:buClr>
              <a:buSzPts val="1800"/>
              <a:buChar char="•"/>
              <a:defRPr/>
            </a:lvl1pPr>
            <a:lvl2pPr indent="-342900" lvl="1" marL="914400" algn="l">
              <a:lnSpc>
                <a:spcPct val="100000"/>
              </a:lnSpc>
              <a:spcBef>
                <a:spcPts val="360"/>
              </a:spcBef>
              <a:spcAft>
                <a:spcPts val="0"/>
              </a:spcAft>
              <a:buClr>
                <a:srgbClr val="0000FF"/>
              </a:buClr>
              <a:buSzPts val="1800"/>
              <a:buChar char="–"/>
              <a:defRPr/>
            </a:lvl2pPr>
            <a:lvl3pPr indent="-342900" lvl="2" marL="1371600" algn="l">
              <a:lnSpc>
                <a:spcPct val="100000"/>
              </a:lnSpc>
              <a:spcBef>
                <a:spcPts val="360"/>
              </a:spcBef>
              <a:spcAft>
                <a:spcPts val="0"/>
              </a:spcAft>
              <a:buClr>
                <a:srgbClr val="0000FF"/>
              </a:buClr>
              <a:buSzPts val="1800"/>
              <a:buChar char="•"/>
              <a:defRPr/>
            </a:lvl3pPr>
            <a:lvl4pPr indent="-342900" lvl="3" marL="1828800" algn="l">
              <a:lnSpc>
                <a:spcPct val="100000"/>
              </a:lnSpc>
              <a:spcBef>
                <a:spcPts val="360"/>
              </a:spcBef>
              <a:spcAft>
                <a:spcPts val="0"/>
              </a:spcAft>
              <a:buClr>
                <a:srgbClr val="0000FF"/>
              </a:buClr>
              <a:buSzPts val="1800"/>
              <a:buChar char="–"/>
              <a:defRPr/>
            </a:lvl4pPr>
            <a:lvl5pPr indent="-342900" lvl="4" marL="2286000" algn="l">
              <a:lnSpc>
                <a:spcPct val="100000"/>
              </a:lnSpc>
              <a:spcBef>
                <a:spcPts val="360"/>
              </a:spcBef>
              <a:spcAft>
                <a:spcPts val="0"/>
              </a:spcAft>
              <a:buClr>
                <a:srgbClr val="0000FF"/>
              </a:buClr>
              <a:buSzPts val="1800"/>
              <a:buChar char="»"/>
              <a:defRPr/>
            </a:lvl5pPr>
            <a:lvl6pPr indent="-342900" lvl="5" marL="2743200" algn="l">
              <a:lnSpc>
                <a:spcPct val="100000"/>
              </a:lnSpc>
              <a:spcBef>
                <a:spcPts val="360"/>
              </a:spcBef>
              <a:spcAft>
                <a:spcPts val="0"/>
              </a:spcAft>
              <a:buClr>
                <a:srgbClr val="0000FF"/>
              </a:buClr>
              <a:buSzPts val="1800"/>
              <a:buChar char="»"/>
              <a:defRPr/>
            </a:lvl6pPr>
            <a:lvl7pPr indent="-342900" lvl="6" marL="3200400" algn="l">
              <a:lnSpc>
                <a:spcPct val="100000"/>
              </a:lnSpc>
              <a:spcBef>
                <a:spcPts val="360"/>
              </a:spcBef>
              <a:spcAft>
                <a:spcPts val="0"/>
              </a:spcAft>
              <a:buClr>
                <a:srgbClr val="0000FF"/>
              </a:buClr>
              <a:buSzPts val="1800"/>
              <a:buChar char="»"/>
              <a:defRPr/>
            </a:lvl7pPr>
            <a:lvl8pPr indent="-342900" lvl="7" marL="3657600" algn="l">
              <a:lnSpc>
                <a:spcPct val="100000"/>
              </a:lnSpc>
              <a:spcBef>
                <a:spcPts val="360"/>
              </a:spcBef>
              <a:spcAft>
                <a:spcPts val="0"/>
              </a:spcAft>
              <a:buClr>
                <a:srgbClr val="0000FF"/>
              </a:buClr>
              <a:buSzPts val="1800"/>
              <a:buChar char="»"/>
              <a:defRPr/>
            </a:lvl8pPr>
            <a:lvl9pPr indent="-342900" lvl="8" marL="4114800" algn="l">
              <a:lnSpc>
                <a:spcPct val="100000"/>
              </a:lnSpc>
              <a:spcBef>
                <a:spcPts val="360"/>
              </a:spcBef>
              <a:spcAft>
                <a:spcPts val="0"/>
              </a:spcAft>
              <a:buClr>
                <a:srgbClr val="0000FF"/>
              </a:buClr>
              <a:buSzPts val="18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1" name="Shape 81"/>
        <p:cNvGrpSpPr/>
        <p:nvPr/>
      </p:nvGrpSpPr>
      <p:grpSpPr>
        <a:xfrm>
          <a:off x="0" y="0"/>
          <a:ext cx="0" cy="0"/>
          <a:chOff x="0" y="0"/>
          <a:chExt cx="0" cy="0"/>
        </a:xfrm>
      </p:grpSpPr>
      <p:sp>
        <p:nvSpPr>
          <p:cNvPr id="82" name="Google Shape;82;p22"/>
          <p:cNvSpPr txBox="1"/>
          <p:nvPr>
            <p:ph type="title"/>
          </p:nvPr>
        </p:nvSpPr>
        <p:spPr>
          <a:xfrm rot="5400000">
            <a:off x="5463778" y="1371600"/>
            <a:ext cx="4388644" cy="20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3" name="Google Shape;83;p22"/>
          <p:cNvSpPr txBox="1"/>
          <p:nvPr>
            <p:ph idx="1" type="body"/>
          </p:nvPr>
        </p:nvSpPr>
        <p:spPr>
          <a:xfrm rot="5400000">
            <a:off x="1272779" y="-609599"/>
            <a:ext cx="4388644"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0000FF"/>
              </a:buClr>
              <a:buSzPts val="1800"/>
              <a:buChar char="•"/>
              <a:defRPr/>
            </a:lvl1pPr>
            <a:lvl2pPr indent="-342900" lvl="1" marL="914400" algn="l">
              <a:lnSpc>
                <a:spcPct val="100000"/>
              </a:lnSpc>
              <a:spcBef>
                <a:spcPts val="360"/>
              </a:spcBef>
              <a:spcAft>
                <a:spcPts val="0"/>
              </a:spcAft>
              <a:buClr>
                <a:srgbClr val="0000FF"/>
              </a:buClr>
              <a:buSzPts val="1800"/>
              <a:buChar char="–"/>
              <a:defRPr/>
            </a:lvl2pPr>
            <a:lvl3pPr indent="-342900" lvl="2" marL="1371600" algn="l">
              <a:lnSpc>
                <a:spcPct val="100000"/>
              </a:lnSpc>
              <a:spcBef>
                <a:spcPts val="360"/>
              </a:spcBef>
              <a:spcAft>
                <a:spcPts val="0"/>
              </a:spcAft>
              <a:buClr>
                <a:srgbClr val="0000FF"/>
              </a:buClr>
              <a:buSzPts val="1800"/>
              <a:buChar char="•"/>
              <a:defRPr/>
            </a:lvl3pPr>
            <a:lvl4pPr indent="-342900" lvl="3" marL="1828800" algn="l">
              <a:lnSpc>
                <a:spcPct val="100000"/>
              </a:lnSpc>
              <a:spcBef>
                <a:spcPts val="360"/>
              </a:spcBef>
              <a:spcAft>
                <a:spcPts val="0"/>
              </a:spcAft>
              <a:buClr>
                <a:srgbClr val="0000FF"/>
              </a:buClr>
              <a:buSzPts val="1800"/>
              <a:buChar char="–"/>
              <a:defRPr/>
            </a:lvl4pPr>
            <a:lvl5pPr indent="-342900" lvl="4" marL="2286000" algn="l">
              <a:lnSpc>
                <a:spcPct val="100000"/>
              </a:lnSpc>
              <a:spcBef>
                <a:spcPts val="360"/>
              </a:spcBef>
              <a:spcAft>
                <a:spcPts val="0"/>
              </a:spcAft>
              <a:buClr>
                <a:srgbClr val="0000FF"/>
              </a:buClr>
              <a:buSzPts val="1800"/>
              <a:buChar char="»"/>
              <a:defRPr/>
            </a:lvl5pPr>
            <a:lvl6pPr indent="-342900" lvl="5" marL="2743200" algn="l">
              <a:lnSpc>
                <a:spcPct val="100000"/>
              </a:lnSpc>
              <a:spcBef>
                <a:spcPts val="360"/>
              </a:spcBef>
              <a:spcAft>
                <a:spcPts val="0"/>
              </a:spcAft>
              <a:buClr>
                <a:srgbClr val="0000FF"/>
              </a:buClr>
              <a:buSzPts val="1800"/>
              <a:buChar char="»"/>
              <a:defRPr/>
            </a:lvl6pPr>
            <a:lvl7pPr indent="-342900" lvl="6" marL="3200400" algn="l">
              <a:lnSpc>
                <a:spcPct val="100000"/>
              </a:lnSpc>
              <a:spcBef>
                <a:spcPts val="360"/>
              </a:spcBef>
              <a:spcAft>
                <a:spcPts val="0"/>
              </a:spcAft>
              <a:buClr>
                <a:srgbClr val="0000FF"/>
              </a:buClr>
              <a:buSzPts val="1800"/>
              <a:buChar char="»"/>
              <a:defRPr/>
            </a:lvl7pPr>
            <a:lvl8pPr indent="-342900" lvl="7" marL="3657600" algn="l">
              <a:lnSpc>
                <a:spcPct val="100000"/>
              </a:lnSpc>
              <a:spcBef>
                <a:spcPts val="360"/>
              </a:spcBef>
              <a:spcAft>
                <a:spcPts val="0"/>
              </a:spcAft>
              <a:buClr>
                <a:srgbClr val="0000FF"/>
              </a:buClr>
              <a:buSzPts val="1800"/>
              <a:buChar char="»"/>
              <a:defRPr/>
            </a:lvl8pPr>
            <a:lvl9pPr indent="-342900" lvl="8" marL="4114800" algn="l">
              <a:lnSpc>
                <a:spcPct val="100000"/>
              </a:lnSpc>
              <a:spcBef>
                <a:spcPts val="360"/>
              </a:spcBef>
              <a:spcAft>
                <a:spcPts val="0"/>
              </a:spcAft>
              <a:buClr>
                <a:srgbClr val="0000FF"/>
              </a:buClr>
              <a:buSzPts val="18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showMasterSp="0" type="txAndObj">
  <p:cSld name="TEXT_AND_OBJECT">
    <p:spTree>
      <p:nvGrpSpPr>
        <p:cNvPr id="84" name="Shape 84"/>
        <p:cNvGrpSpPr/>
        <p:nvPr/>
      </p:nvGrpSpPr>
      <p:grpSpPr>
        <a:xfrm>
          <a:off x="0" y="0"/>
          <a:ext cx="0" cy="0"/>
          <a:chOff x="0" y="0"/>
          <a:chExt cx="0" cy="0"/>
        </a:xfrm>
      </p:grpSpPr>
      <p:sp>
        <p:nvSpPr>
          <p:cNvPr id="85" name="Google Shape;85;p23"/>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6" name="Google Shape;86;p23"/>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0000FF"/>
              </a:buClr>
              <a:buSzPts val="1800"/>
              <a:buChar char="•"/>
              <a:defRPr/>
            </a:lvl1pPr>
            <a:lvl2pPr indent="-342900" lvl="1" marL="914400" algn="l">
              <a:lnSpc>
                <a:spcPct val="100000"/>
              </a:lnSpc>
              <a:spcBef>
                <a:spcPts val="360"/>
              </a:spcBef>
              <a:spcAft>
                <a:spcPts val="0"/>
              </a:spcAft>
              <a:buClr>
                <a:srgbClr val="0000FF"/>
              </a:buClr>
              <a:buSzPts val="1800"/>
              <a:buChar char="–"/>
              <a:defRPr/>
            </a:lvl2pPr>
            <a:lvl3pPr indent="-342900" lvl="2" marL="1371600" algn="l">
              <a:lnSpc>
                <a:spcPct val="100000"/>
              </a:lnSpc>
              <a:spcBef>
                <a:spcPts val="360"/>
              </a:spcBef>
              <a:spcAft>
                <a:spcPts val="0"/>
              </a:spcAft>
              <a:buClr>
                <a:srgbClr val="0000FF"/>
              </a:buClr>
              <a:buSzPts val="1800"/>
              <a:buChar char="•"/>
              <a:defRPr/>
            </a:lvl3pPr>
            <a:lvl4pPr indent="-342900" lvl="3" marL="1828800" algn="l">
              <a:lnSpc>
                <a:spcPct val="100000"/>
              </a:lnSpc>
              <a:spcBef>
                <a:spcPts val="360"/>
              </a:spcBef>
              <a:spcAft>
                <a:spcPts val="0"/>
              </a:spcAft>
              <a:buClr>
                <a:srgbClr val="0000FF"/>
              </a:buClr>
              <a:buSzPts val="1800"/>
              <a:buChar char="–"/>
              <a:defRPr/>
            </a:lvl4pPr>
            <a:lvl5pPr indent="-342900" lvl="4" marL="2286000" algn="l">
              <a:lnSpc>
                <a:spcPct val="100000"/>
              </a:lnSpc>
              <a:spcBef>
                <a:spcPts val="360"/>
              </a:spcBef>
              <a:spcAft>
                <a:spcPts val="0"/>
              </a:spcAft>
              <a:buClr>
                <a:srgbClr val="0000FF"/>
              </a:buClr>
              <a:buSzPts val="1800"/>
              <a:buChar char="»"/>
              <a:defRPr/>
            </a:lvl5pPr>
            <a:lvl6pPr indent="-342900" lvl="5" marL="2743200" algn="l">
              <a:lnSpc>
                <a:spcPct val="100000"/>
              </a:lnSpc>
              <a:spcBef>
                <a:spcPts val="360"/>
              </a:spcBef>
              <a:spcAft>
                <a:spcPts val="0"/>
              </a:spcAft>
              <a:buClr>
                <a:srgbClr val="0000FF"/>
              </a:buClr>
              <a:buSzPts val="1800"/>
              <a:buChar char="»"/>
              <a:defRPr/>
            </a:lvl6pPr>
            <a:lvl7pPr indent="-342900" lvl="6" marL="3200400" algn="l">
              <a:lnSpc>
                <a:spcPct val="100000"/>
              </a:lnSpc>
              <a:spcBef>
                <a:spcPts val="360"/>
              </a:spcBef>
              <a:spcAft>
                <a:spcPts val="0"/>
              </a:spcAft>
              <a:buClr>
                <a:srgbClr val="0000FF"/>
              </a:buClr>
              <a:buSzPts val="1800"/>
              <a:buChar char="»"/>
              <a:defRPr/>
            </a:lvl7pPr>
            <a:lvl8pPr indent="-342900" lvl="7" marL="3657600" algn="l">
              <a:lnSpc>
                <a:spcPct val="100000"/>
              </a:lnSpc>
              <a:spcBef>
                <a:spcPts val="360"/>
              </a:spcBef>
              <a:spcAft>
                <a:spcPts val="0"/>
              </a:spcAft>
              <a:buClr>
                <a:srgbClr val="0000FF"/>
              </a:buClr>
              <a:buSzPts val="1800"/>
              <a:buChar char="»"/>
              <a:defRPr/>
            </a:lvl8pPr>
            <a:lvl9pPr indent="-342900" lvl="8" marL="4114800" algn="l">
              <a:lnSpc>
                <a:spcPct val="100000"/>
              </a:lnSpc>
              <a:spcBef>
                <a:spcPts val="360"/>
              </a:spcBef>
              <a:spcAft>
                <a:spcPts val="0"/>
              </a:spcAft>
              <a:buClr>
                <a:srgbClr val="0000FF"/>
              </a:buClr>
              <a:buSzPts val="1800"/>
              <a:buChar char="»"/>
              <a:defRPr/>
            </a:lvl9pPr>
          </a:lstStyle>
          <a:p/>
        </p:txBody>
      </p:sp>
      <p:sp>
        <p:nvSpPr>
          <p:cNvPr id="87" name="Google Shape;87;p23"/>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0000FF"/>
              </a:buClr>
              <a:buSzPts val="1800"/>
              <a:buChar char="•"/>
              <a:defRPr/>
            </a:lvl1pPr>
            <a:lvl2pPr indent="-342900" lvl="1" marL="914400" algn="l">
              <a:lnSpc>
                <a:spcPct val="100000"/>
              </a:lnSpc>
              <a:spcBef>
                <a:spcPts val="360"/>
              </a:spcBef>
              <a:spcAft>
                <a:spcPts val="0"/>
              </a:spcAft>
              <a:buClr>
                <a:srgbClr val="0000FF"/>
              </a:buClr>
              <a:buSzPts val="1800"/>
              <a:buChar char="–"/>
              <a:defRPr/>
            </a:lvl2pPr>
            <a:lvl3pPr indent="-342900" lvl="2" marL="1371600" algn="l">
              <a:lnSpc>
                <a:spcPct val="100000"/>
              </a:lnSpc>
              <a:spcBef>
                <a:spcPts val="360"/>
              </a:spcBef>
              <a:spcAft>
                <a:spcPts val="0"/>
              </a:spcAft>
              <a:buClr>
                <a:srgbClr val="0000FF"/>
              </a:buClr>
              <a:buSzPts val="1800"/>
              <a:buChar char="•"/>
              <a:defRPr/>
            </a:lvl3pPr>
            <a:lvl4pPr indent="-342900" lvl="3" marL="1828800" algn="l">
              <a:lnSpc>
                <a:spcPct val="100000"/>
              </a:lnSpc>
              <a:spcBef>
                <a:spcPts val="360"/>
              </a:spcBef>
              <a:spcAft>
                <a:spcPts val="0"/>
              </a:spcAft>
              <a:buClr>
                <a:srgbClr val="0000FF"/>
              </a:buClr>
              <a:buSzPts val="1800"/>
              <a:buChar char="–"/>
              <a:defRPr/>
            </a:lvl4pPr>
            <a:lvl5pPr indent="-342900" lvl="4" marL="2286000" algn="l">
              <a:lnSpc>
                <a:spcPct val="100000"/>
              </a:lnSpc>
              <a:spcBef>
                <a:spcPts val="360"/>
              </a:spcBef>
              <a:spcAft>
                <a:spcPts val="0"/>
              </a:spcAft>
              <a:buClr>
                <a:srgbClr val="0000FF"/>
              </a:buClr>
              <a:buSzPts val="1800"/>
              <a:buChar char="»"/>
              <a:defRPr/>
            </a:lvl5pPr>
            <a:lvl6pPr indent="-342900" lvl="5" marL="2743200" algn="l">
              <a:lnSpc>
                <a:spcPct val="100000"/>
              </a:lnSpc>
              <a:spcBef>
                <a:spcPts val="360"/>
              </a:spcBef>
              <a:spcAft>
                <a:spcPts val="0"/>
              </a:spcAft>
              <a:buClr>
                <a:srgbClr val="0000FF"/>
              </a:buClr>
              <a:buSzPts val="1800"/>
              <a:buChar char="»"/>
              <a:defRPr/>
            </a:lvl6pPr>
            <a:lvl7pPr indent="-342900" lvl="6" marL="3200400" algn="l">
              <a:lnSpc>
                <a:spcPct val="100000"/>
              </a:lnSpc>
              <a:spcBef>
                <a:spcPts val="360"/>
              </a:spcBef>
              <a:spcAft>
                <a:spcPts val="0"/>
              </a:spcAft>
              <a:buClr>
                <a:srgbClr val="0000FF"/>
              </a:buClr>
              <a:buSzPts val="1800"/>
              <a:buChar char="»"/>
              <a:defRPr/>
            </a:lvl7pPr>
            <a:lvl8pPr indent="-342900" lvl="7" marL="3657600" algn="l">
              <a:lnSpc>
                <a:spcPct val="100000"/>
              </a:lnSpc>
              <a:spcBef>
                <a:spcPts val="360"/>
              </a:spcBef>
              <a:spcAft>
                <a:spcPts val="0"/>
              </a:spcAft>
              <a:buClr>
                <a:srgbClr val="0000FF"/>
              </a:buClr>
              <a:buSzPts val="1800"/>
              <a:buChar char="»"/>
              <a:defRPr/>
            </a:lvl8pPr>
            <a:lvl9pPr indent="-342900" lvl="8" marL="4114800" algn="l">
              <a:lnSpc>
                <a:spcPct val="100000"/>
              </a:lnSpc>
              <a:spcBef>
                <a:spcPts val="360"/>
              </a:spcBef>
              <a:spcAft>
                <a:spcPts val="0"/>
              </a:spcAft>
              <a:buClr>
                <a:srgbClr val="0000FF"/>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theme" Target="../theme/theme2.xml"/><Relationship Id="rId10" Type="http://schemas.openxmlformats.org/officeDocument/2006/relationships/slideLayout" Target="../slideLayouts/slideLayout2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CC">
            <a:alpha val="0"/>
          </a:srgbClr>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000" u="none" cap="none" strike="noStrike">
                <a:solidFill>
                  <a:srgbClr val="009900"/>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4000" u="none" cap="none" strike="noStrike">
                <a:solidFill>
                  <a:srgbClr val="009900"/>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4000" u="none" cap="none" strike="noStrike">
                <a:solidFill>
                  <a:srgbClr val="009900"/>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4000" u="none" cap="none" strike="noStrike">
                <a:solidFill>
                  <a:srgbClr val="009900"/>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4000" u="none" cap="none" strike="noStrike">
                <a:solidFill>
                  <a:srgbClr val="009900"/>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4000" u="none" cap="none" strike="noStrike">
                <a:solidFill>
                  <a:srgbClr val="009900"/>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4000" u="none" cap="none" strike="noStrike">
                <a:solidFill>
                  <a:srgbClr val="009900"/>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4000" u="none" cap="none" strike="noStrike">
                <a:solidFill>
                  <a:srgbClr val="009900"/>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4000" u="none" cap="none" strike="noStrike">
                <a:solidFill>
                  <a:srgbClr val="009900"/>
                </a:solidFill>
                <a:latin typeface="Arial"/>
                <a:ea typeface="Arial"/>
                <a:cs typeface="Arial"/>
                <a:sym typeface="Arial"/>
              </a:defRPr>
            </a:lvl9pPr>
          </a:lstStyle>
          <a:p/>
        </p:txBody>
      </p:sp>
      <p:sp>
        <p:nvSpPr>
          <p:cNvPr id="52" name="Google Shape;52;p13"/>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rgbClr val="0000FF"/>
              </a:buClr>
              <a:buSzPts val="2400"/>
              <a:buFont typeface="Arial"/>
              <a:buChar char="•"/>
              <a:defRPr b="0" i="0" sz="2400" u="none" cap="none" strike="noStrike">
                <a:solidFill>
                  <a:srgbClr val="0000FF"/>
                </a:solidFill>
                <a:latin typeface="Arial"/>
                <a:ea typeface="Arial"/>
                <a:cs typeface="Arial"/>
                <a:sym typeface="Arial"/>
              </a:defRPr>
            </a:lvl1pPr>
            <a:lvl2pPr indent="-381000" lvl="1" marL="914400" marR="0" rtl="0" algn="l">
              <a:lnSpc>
                <a:spcPct val="100000"/>
              </a:lnSpc>
              <a:spcBef>
                <a:spcPts val="480"/>
              </a:spcBef>
              <a:spcAft>
                <a:spcPts val="0"/>
              </a:spcAft>
              <a:buClr>
                <a:srgbClr val="0000FF"/>
              </a:buClr>
              <a:buSzPts val="2400"/>
              <a:buFont typeface="Arial"/>
              <a:buChar char="–"/>
              <a:defRPr b="0" i="0" sz="2400" u="none" cap="none" strike="noStrike">
                <a:solidFill>
                  <a:srgbClr val="0000FF"/>
                </a:solidFill>
                <a:latin typeface="Arial"/>
                <a:ea typeface="Arial"/>
                <a:cs typeface="Arial"/>
                <a:sym typeface="Arial"/>
              </a:defRPr>
            </a:lvl2pPr>
            <a:lvl3pPr indent="-381000" lvl="2" marL="1371600" marR="0" rtl="0" algn="l">
              <a:lnSpc>
                <a:spcPct val="100000"/>
              </a:lnSpc>
              <a:spcBef>
                <a:spcPts val="480"/>
              </a:spcBef>
              <a:spcAft>
                <a:spcPts val="0"/>
              </a:spcAft>
              <a:buClr>
                <a:srgbClr val="0000FF"/>
              </a:buClr>
              <a:buSzPts val="2400"/>
              <a:buFont typeface="Arial"/>
              <a:buChar char="•"/>
              <a:defRPr b="0" i="0" sz="2400" u="none" cap="none" strike="noStrike">
                <a:solidFill>
                  <a:srgbClr val="0000FF"/>
                </a:solidFill>
                <a:latin typeface="Arial"/>
                <a:ea typeface="Arial"/>
                <a:cs typeface="Arial"/>
                <a:sym typeface="Arial"/>
              </a:defRPr>
            </a:lvl3pPr>
            <a:lvl4pPr indent="-381000" lvl="3" marL="1828800" marR="0" rtl="0" algn="l">
              <a:lnSpc>
                <a:spcPct val="100000"/>
              </a:lnSpc>
              <a:spcBef>
                <a:spcPts val="480"/>
              </a:spcBef>
              <a:spcAft>
                <a:spcPts val="0"/>
              </a:spcAft>
              <a:buClr>
                <a:srgbClr val="0000FF"/>
              </a:buClr>
              <a:buSzPts val="2400"/>
              <a:buFont typeface="Arial"/>
              <a:buChar char="–"/>
              <a:defRPr b="0" i="0" sz="2400" u="none" cap="none" strike="noStrike">
                <a:solidFill>
                  <a:srgbClr val="0000FF"/>
                </a:solidFill>
                <a:latin typeface="Arial"/>
                <a:ea typeface="Arial"/>
                <a:cs typeface="Arial"/>
                <a:sym typeface="Arial"/>
              </a:defRPr>
            </a:lvl4pPr>
            <a:lvl5pPr indent="-381000" lvl="4" marL="2286000" marR="0" rtl="0" algn="l">
              <a:lnSpc>
                <a:spcPct val="100000"/>
              </a:lnSpc>
              <a:spcBef>
                <a:spcPts val="480"/>
              </a:spcBef>
              <a:spcAft>
                <a:spcPts val="0"/>
              </a:spcAft>
              <a:buClr>
                <a:srgbClr val="0000FF"/>
              </a:buClr>
              <a:buSzPts val="2400"/>
              <a:buFont typeface="Arial"/>
              <a:buChar char="»"/>
              <a:defRPr b="0" i="0" sz="2400" u="none" cap="none" strike="noStrike">
                <a:solidFill>
                  <a:srgbClr val="0000FF"/>
                </a:solidFill>
                <a:latin typeface="Arial"/>
                <a:ea typeface="Arial"/>
                <a:cs typeface="Arial"/>
                <a:sym typeface="Arial"/>
              </a:defRPr>
            </a:lvl5pPr>
            <a:lvl6pPr indent="-381000" lvl="5" marL="2743200" marR="0" rtl="0" algn="l">
              <a:lnSpc>
                <a:spcPct val="100000"/>
              </a:lnSpc>
              <a:spcBef>
                <a:spcPts val="480"/>
              </a:spcBef>
              <a:spcAft>
                <a:spcPts val="0"/>
              </a:spcAft>
              <a:buClr>
                <a:srgbClr val="0000FF"/>
              </a:buClr>
              <a:buSzPts val="2400"/>
              <a:buFont typeface="Arial"/>
              <a:buChar char="»"/>
              <a:defRPr b="0" i="0" sz="2400" u="none" cap="none" strike="noStrike">
                <a:solidFill>
                  <a:srgbClr val="0000FF"/>
                </a:solidFill>
                <a:latin typeface="Arial"/>
                <a:ea typeface="Arial"/>
                <a:cs typeface="Arial"/>
                <a:sym typeface="Arial"/>
              </a:defRPr>
            </a:lvl6pPr>
            <a:lvl7pPr indent="-381000" lvl="6" marL="3200400" marR="0" rtl="0" algn="l">
              <a:lnSpc>
                <a:spcPct val="100000"/>
              </a:lnSpc>
              <a:spcBef>
                <a:spcPts val="480"/>
              </a:spcBef>
              <a:spcAft>
                <a:spcPts val="0"/>
              </a:spcAft>
              <a:buClr>
                <a:srgbClr val="0000FF"/>
              </a:buClr>
              <a:buSzPts val="2400"/>
              <a:buFont typeface="Arial"/>
              <a:buChar char="»"/>
              <a:defRPr b="0" i="0" sz="2400" u="none" cap="none" strike="noStrike">
                <a:solidFill>
                  <a:srgbClr val="0000FF"/>
                </a:solidFill>
                <a:latin typeface="Arial"/>
                <a:ea typeface="Arial"/>
                <a:cs typeface="Arial"/>
                <a:sym typeface="Arial"/>
              </a:defRPr>
            </a:lvl7pPr>
            <a:lvl8pPr indent="-381000" lvl="7" marL="3657600" marR="0" rtl="0" algn="l">
              <a:lnSpc>
                <a:spcPct val="100000"/>
              </a:lnSpc>
              <a:spcBef>
                <a:spcPts val="480"/>
              </a:spcBef>
              <a:spcAft>
                <a:spcPts val="0"/>
              </a:spcAft>
              <a:buClr>
                <a:srgbClr val="0000FF"/>
              </a:buClr>
              <a:buSzPts val="2400"/>
              <a:buFont typeface="Arial"/>
              <a:buChar char="»"/>
              <a:defRPr b="0" i="0" sz="2400" u="none" cap="none" strike="noStrike">
                <a:solidFill>
                  <a:srgbClr val="0000FF"/>
                </a:solidFill>
                <a:latin typeface="Arial"/>
                <a:ea typeface="Arial"/>
                <a:cs typeface="Arial"/>
                <a:sym typeface="Arial"/>
              </a:defRPr>
            </a:lvl8pPr>
            <a:lvl9pPr indent="-381000" lvl="8" marL="4114800" marR="0" rtl="0" algn="l">
              <a:lnSpc>
                <a:spcPct val="100000"/>
              </a:lnSpc>
              <a:spcBef>
                <a:spcPts val="480"/>
              </a:spcBef>
              <a:spcAft>
                <a:spcPts val="0"/>
              </a:spcAft>
              <a:buClr>
                <a:srgbClr val="0000FF"/>
              </a:buClr>
              <a:buSzPts val="2400"/>
              <a:buFont typeface="Arial"/>
              <a:buChar char="»"/>
              <a:defRPr b="0" i="0" sz="2400" u="none" cap="none" strike="noStrike">
                <a:solidFill>
                  <a:srgbClr val="0000FF"/>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hyperlink" Target="https://huggingface.co/datasets/Silly-Machine/TuPyE-Dataset/viewer/binary/tes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2" name="Shape 92"/>
        <p:cNvGrpSpPr/>
        <p:nvPr/>
      </p:nvGrpSpPr>
      <p:grpSpPr>
        <a:xfrm>
          <a:off x="0" y="0"/>
          <a:ext cx="0" cy="0"/>
          <a:chOff x="0" y="0"/>
          <a:chExt cx="0" cy="0"/>
        </a:xfrm>
      </p:grpSpPr>
      <p:sp>
        <p:nvSpPr>
          <p:cNvPr id="93" name="Google Shape;93;p24"/>
          <p:cNvSpPr txBox="1"/>
          <p:nvPr>
            <p:ph type="ctrTitle"/>
          </p:nvPr>
        </p:nvSpPr>
        <p:spPr>
          <a:xfrm>
            <a:off x="304800" y="571500"/>
            <a:ext cx="8686800" cy="16573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HateBuster:Decoding Toxic Tweets</a:t>
            </a:r>
            <a:endParaRPr sz="4400"/>
          </a:p>
        </p:txBody>
      </p:sp>
      <p:sp>
        <p:nvSpPr>
          <p:cNvPr id="94" name="Google Shape;94;p24"/>
          <p:cNvSpPr txBox="1"/>
          <p:nvPr>
            <p:ph idx="1" type="subTitle"/>
          </p:nvPr>
        </p:nvSpPr>
        <p:spPr>
          <a:xfrm>
            <a:off x="115887" y="2457450"/>
            <a:ext cx="8610600" cy="120015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600"/>
              </a:spcBef>
              <a:spcAft>
                <a:spcPts val="0"/>
              </a:spcAft>
              <a:buClr>
                <a:srgbClr val="FE8637"/>
              </a:buClr>
              <a:buSzPts val="2240"/>
              <a:buFont typeface="Arial"/>
              <a:buNone/>
            </a:pPr>
            <a:r>
              <a:rPr lang="en" sz="2900">
                <a:latin typeface="Helvetica Neue"/>
                <a:ea typeface="Helvetica Neue"/>
                <a:cs typeface="Helvetica Neue"/>
                <a:sym typeface="Helvetica Neue"/>
              </a:rPr>
              <a:t>Paneendra</a:t>
            </a:r>
            <a:r>
              <a:rPr lang="en" sz="2900">
                <a:solidFill>
                  <a:srgbClr val="0000FF"/>
                </a:solidFill>
                <a:latin typeface="Helvetica Neue"/>
                <a:ea typeface="Helvetica Neue"/>
                <a:cs typeface="Helvetica Neue"/>
                <a:sym typeface="Helvetica Neue"/>
              </a:rPr>
              <a:t> – </a:t>
            </a:r>
            <a:r>
              <a:rPr lang="en" sz="2900">
                <a:latin typeface="Helvetica Neue"/>
                <a:ea typeface="Helvetica Neue"/>
                <a:cs typeface="Helvetica Neue"/>
                <a:sym typeface="Helvetica Neue"/>
              </a:rPr>
              <a:t>23B0992</a:t>
            </a:r>
            <a:r>
              <a:rPr lang="en" sz="2900">
                <a:solidFill>
                  <a:srgbClr val="0000FF"/>
                </a:solidFill>
              </a:rPr>
              <a:t>  </a:t>
            </a:r>
            <a:endParaRPr sz="2900">
              <a:solidFill>
                <a:srgbClr val="0000FF"/>
              </a:solidFill>
            </a:endParaRPr>
          </a:p>
          <a:p>
            <a:pPr indent="0" lvl="0" marL="0" rtl="0" algn="ctr">
              <a:lnSpc>
                <a:spcPct val="90000"/>
              </a:lnSpc>
              <a:spcBef>
                <a:spcPts val="600"/>
              </a:spcBef>
              <a:spcAft>
                <a:spcPts val="0"/>
              </a:spcAft>
              <a:buClr>
                <a:srgbClr val="FE8637"/>
              </a:buClr>
              <a:buSzPts val="2240"/>
              <a:buFont typeface="Arial"/>
              <a:buNone/>
            </a:pPr>
            <a:r>
              <a:rPr lang="en" sz="2900">
                <a:latin typeface="Helvetica Neue"/>
                <a:ea typeface="Helvetica Neue"/>
                <a:cs typeface="Helvetica Neue"/>
                <a:sym typeface="Helvetica Neue"/>
              </a:rPr>
              <a:t>Yugesh</a:t>
            </a:r>
            <a:r>
              <a:rPr lang="en" sz="2900">
                <a:solidFill>
                  <a:srgbClr val="0000FF"/>
                </a:solidFill>
                <a:latin typeface="Helvetica Neue"/>
                <a:ea typeface="Helvetica Neue"/>
                <a:cs typeface="Helvetica Neue"/>
                <a:sym typeface="Helvetica Neue"/>
              </a:rPr>
              <a:t> – </a:t>
            </a:r>
            <a:r>
              <a:rPr lang="en" sz="2900">
                <a:latin typeface="Helvetica Neue"/>
                <a:ea typeface="Helvetica Neue"/>
                <a:cs typeface="Helvetica Neue"/>
                <a:sym typeface="Helvetica Neue"/>
              </a:rPr>
              <a:t>23B1026</a:t>
            </a:r>
            <a:r>
              <a:rPr lang="en" sz="2900">
                <a:solidFill>
                  <a:srgbClr val="0000FF"/>
                </a:solidFill>
              </a:rPr>
              <a:t>  </a:t>
            </a:r>
            <a:endParaRPr sz="2900">
              <a:solidFill>
                <a:srgbClr val="0000FF"/>
              </a:solidFill>
            </a:endParaRPr>
          </a:p>
          <a:p>
            <a:pPr indent="0" lvl="0" marL="0" rtl="0" algn="l">
              <a:lnSpc>
                <a:spcPct val="90000"/>
              </a:lnSpc>
              <a:spcBef>
                <a:spcPts val="600"/>
              </a:spcBef>
              <a:spcAft>
                <a:spcPts val="0"/>
              </a:spcAft>
              <a:buClr>
                <a:srgbClr val="FE8637"/>
              </a:buClr>
              <a:buSzPts val="2240"/>
              <a:buFont typeface="Arial"/>
              <a:buNone/>
            </a:pPr>
            <a:r>
              <a:t/>
            </a:r>
            <a:endParaRPr sz="2900">
              <a:solidFill>
                <a:srgbClr val="0000FF"/>
              </a:solidFill>
            </a:endParaRPr>
          </a:p>
          <a:p>
            <a:pPr indent="0" lvl="0" marL="0" rtl="0" algn="ctr">
              <a:lnSpc>
                <a:spcPct val="90000"/>
              </a:lnSpc>
              <a:spcBef>
                <a:spcPts val="600"/>
              </a:spcBef>
              <a:spcAft>
                <a:spcPts val="0"/>
              </a:spcAft>
              <a:buClr>
                <a:srgbClr val="FE8637"/>
              </a:buClr>
              <a:buSzPts val="2240"/>
              <a:buFont typeface="Arial"/>
              <a:buNone/>
            </a:pPr>
            <a:r>
              <a:rPr lang="en" sz="2900"/>
              <a:t>Date : 04-05-2025</a:t>
            </a:r>
            <a:endParaRPr sz="4900">
              <a:solidFill>
                <a:srgbClr val="0000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Problem Statement</a:t>
            </a:r>
            <a:endParaRPr b="1"/>
          </a:p>
        </p:txBody>
      </p:sp>
      <p:sp>
        <p:nvSpPr>
          <p:cNvPr id="100" name="Google Shape;100;p25"/>
          <p:cNvSpPr txBox="1"/>
          <p:nvPr>
            <p:ph idx="1" type="body"/>
          </p:nvPr>
        </p:nvSpPr>
        <p:spPr>
          <a:xfrm>
            <a:off x="457200" y="1007850"/>
            <a:ext cx="8229600" cy="3823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80"/>
              </a:spcBef>
              <a:spcAft>
                <a:spcPts val="0"/>
              </a:spcAft>
              <a:buSzPts val="2400"/>
              <a:buNone/>
            </a:pPr>
            <a:r>
              <a:rPr b="1" lang="en" sz="1600">
                <a:solidFill>
                  <a:srgbClr val="0000FF"/>
                </a:solidFill>
                <a:highlight>
                  <a:srgbClr val="FFFFFF"/>
                </a:highlight>
                <a:latin typeface="Helvetica Neue"/>
                <a:ea typeface="Helvetica Neue"/>
                <a:cs typeface="Helvetica Neue"/>
                <a:sym typeface="Helvetica Neue"/>
              </a:rPr>
              <a:t>Input:</a:t>
            </a:r>
            <a:r>
              <a:rPr lang="en" sz="1600">
                <a:solidFill>
                  <a:srgbClr val="0000FF"/>
                </a:solidFill>
                <a:highlight>
                  <a:srgbClr val="FFFFFF"/>
                </a:highlight>
                <a:latin typeface="Helvetica Neue"/>
                <a:ea typeface="Helvetica Neue"/>
                <a:cs typeface="Helvetica Neue"/>
                <a:sym typeface="Helvetica Neue"/>
              </a:rPr>
              <a:t>  </a:t>
            </a:r>
            <a:endParaRPr sz="1600">
              <a:solidFill>
                <a:srgbClr val="0000FF"/>
              </a:solidFill>
              <a:highlight>
                <a:srgbClr val="FFFFFF"/>
              </a:highlight>
              <a:latin typeface="Helvetica Neue"/>
              <a:ea typeface="Helvetica Neue"/>
              <a:cs typeface="Helvetica Neue"/>
              <a:sym typeface="Helvetica Neue"/>
            </a:endParaRPr>
          </a:p>
          <a:p>
            <a:pPr indent="0" lvl="0" marL="0" rtl="0" algn="l">
              <a:lnSpc>
                <a:spcPct val="115000"/>
              </a:lnSpc>
              <a:spcBef>
                <a:spcPts val="1000"/>
              </a:spcBef>
              <a:spcAft>
                <a:spcPts val="0"/>
              </a:spcAft>
              <a:buClr>
                <a:schemeClr val="dk1"/>
              </a:buClr>
              <a:buSzPts val="1100"/>
              <a:buFont typeface="Arial"/>
              <a:buNone/>
            </a:pPr>
            <a:r>
              <a:rPr lang="en" sz="1600">
                <a:solidFill>
                  <a:schemeClr val="dk1"/>
                </a:solidFill>
                <a:highlight>
                  <a:srgbClr val="FFFFFF"/>
                </a:highlight>
                <a:latin typeface="Helvetica Neue"/>
                <a:ea typeface="Helvetica Neue"/>
                <a:cs typeface="Helvetica Neue"/>
                <a:sym typeface="Helvetica Neue"/>
              </a:rPr>
              <a:t>The input will be a tweet/text in Portuguese language</a:t>
            </a:r>
            <a:endParaRPr sz="1600">
              <a:solidFill>
                <a:schemeClr val="dk1"/>
              </a:solidFill>
              <a:highlight>
                <a:srgbClr val="FFFFFF"/>
              </a:highlight>
              <a:latin typeface="Helvetica Neue"/>
              <a:ea typeface="Helvetica Neue"/>
              <a:cs typeface="Helvetica Neue"/>
              <a:sym typeface="Helvetica Neue"/>
            </a:endParaRPr>
          </a:p>
          <a:p>
            <a:pPr indent="0" lvl="0" marL="0" rtl="0" algn="l">
              <a:lnSpc>
                <a:spcPct val="100000"/>
              </a:lnSpc>
              <a:spcBef>
                <a:spcPts val="1000"/>
              </a:spcBef>
              <a:spcAft>
                <a:spcPts val="0"/>
              </a:spcAft>
              <a:buSzPts val="2400"/>
              <a:buNone/>
            </a:pPr>
            <a:r>
              <a:rPr b="1" lang="en" sz="1600">
                <a:solidFill>
                  <a:srgbClr val="0000FF"/>
                </a:solidFill>
                <a:highlight>
                  <a:srgbClr val="FFFFFF"/>
                </a:highlight>
                <a:latin typeface="Helvetica Neue"/>
                <a:ea typeface="Helvetica Neue"/>
                <a:cs typeface="Helvetica Neue"/>
                <a:sym typeface="Helvetica Neue"/>
              </a:rPr>
              <a:t>Output:</a:t>
            </a:r>
            <a:r>
              <a:rPr lang="en" sz="1600">
                <a:solidFill>
                  <a:srgbClr val="0000FF"/>
                </a:solidFill>
                <a:highlight>
                  <a:srgbClr val="FFFFFF"/>
                </a:highlight>
                <a:latin typeface="Helvetica Neue"/>
                <a:ea typeface="Helvetica Neue"/>
                <a:cs typeface="Helvetica Neue"/>
                <a:sym typeface="Helvetica Neue"/>
              </a:rPr>
              <a:t>  </a:t>
            </a:r>
            <a:endParaRPr sz="1600">
              <a:solidFill>
                <a:srgbClr val="0000FF"/>
              </a:solidFill>
              <a:highlight>
                <a:srgbClr val="FFFFFF"/>
              </a:highlight>
              <a:latin typeface="Helvetica Neue"/>
              <a:ea typeface="Helvetica Neue"/>
              <a:cs typeface="Helvetica Neue"/>
              <a:sym typeface="Helvetica Neue"/>
            </a:endParaRPr>
          </a:p>
          <a:p>
            <a:pPr indent="0" lvl="0" marL="0" rtl="0" algn="l">
              <a:lnSpc>
                <a:spcPct val="115000"/>
              </a:lnSpc>
              <a:spcBef>
                <a:spcPts val="1000"/>
              </a:spcBef>
              <a:spcAft>
                <a:spcPts val="0"/>
              </a:spcAft>
              <a:buClr>
                <a:schemeClr val="dk1"/>
              </a:buClr>
              <a:buSzPts val="1100"/>
              <a:buFont typeface="Arial"/>
              <a:buNone/>
            </a:pPr>
            <a:r>
              <a:rPr lang="en" sz="1600">
                <a:solidFill>
                  <a:srgbClr val="333333"/>
                </a:solidFill>
                <a:highlight>
                  <a:srgbClr val="FFFFFF"/>
                </a:highlight>
                <a:latin typeface="Helvetica Neue"/>
                <a:ea typeface="Helvetica Neue"/>
                <a:cs typeface="Helvetica Neue"/>
                <a:sym typeface="Helvetica Neue"/>
              </a:rPr>
              <a:t>Predicts whether it is hate or not hate speech. Further classifies into type of hate if it is hate.</a:t>
            </a:r>
            <a:endParaRPr sz="1600">
              <a:solidFill>
                <a:srgbClr val="333333"/>
              </a:solidFill>
              <a:highlight>
                <a:srgbClr val="FFFFFF"/>
              </a:highlight>
              <a:latin typeface="Helvetica Neue"/>
              <a:ea typeface="Helvetica Neue"/>
              <a:cs typeface="Helvetica Neue"/>
              <a:sym typeface="Helvetica Neue"/>
            </a:endParaRPr>
          </a:p>
          <a:p>
            <a:pPr indent="0" lvl="0" marL="0" rtl="0" algn="l">
              <a:lnSpc>
                <a:spcPct val="115000"/>
              </a:lnSpc>
              <a:spcBef>
                <a:spcPts val="1000"/>
              </a:spcBef>
              <a:spcAft>
                <a:spcPts val="0"/>
              </a:spcAft>
              <a:buClr>
                <a:schemeClr val="dk1"/>
              </a:buClr>
              <a:buSzPts val="1100"/>
              <a:buFont typeface="Arial"/>
              <a:buNone/>
            </a:pPr>
            <a:r>
              <a:t/>
            </a:r>
            <a:endParaRPr sz="1600">
              <a:solidFill>
                <a:schemeClr val="dk2"/>
              </a:solidFill>
              <a:highlight>
                <a:srgbClr val="FFFFFF"/>
              </a:highlight>
              <a:latin typeface="Helvetica Neue"/>
              <a:ea typeface="Helvetica Neue"/>
              <a:cs typeface="Helvetica Neue"/>
              <a:sym typeface="Helvetica Neue"/>
            </a:endParaRPr>
          </a:p>
          <a:p>
            <a:pPr indent="0" lvl="0" marL="0" rtl="0" algn="l">
              <a:lnSpc>
                <a:spcPct val="115000"/>
              </a:lnSpc>
              <a:spcBef>
                <a:spcPts val="1000"/>
              </a:spcBef>
              <a:spcAft>
                <a:spcPts val="0"/>
              </a:spcAft>
              <a:buClr>
                <a:schemeClr val="dk1"/>
              </a:buClr>
              <a:buSzPts val="1100"/>
              <a:buFont typeface="Arial"/>
              <a:buNone/>
            </a:pPr>
            <a:r>
              <a:rPr lang="en" sz="1600">
                <a:solidFill>
                  <a:schemeClr val="dk1"/>
                </a:solidFill>
                <a:highlight>
                  <a:srgbClr val="FFFFFF"/>
                </a:highlight>
                <a:latin typeface="Helvetica Neue"/>
                <a:ea typeface="Helvetica Neue"/>
                <a:cs typeface="Helvetica Neue"/>
                <a:sym typeface="Helvetica Neue"/>
              </a:rPr>
              <a:t>The project addresses the problem of detecting hate speech and offensive language in Portuguese social media, particularly Twitter.The model should be able to accurately classify the text to hate or not hate which is essential for improving online safety in Portuguese- speaking communities.</a:t>
            </a:r>
            <a:endParaRPr sz="1600">
              <a:solidFill>
                <a:schemeClr val="dk1"/>
              </a:solidFill>
              <a:highlight>
                <a:srgbClr val="FFFFFF"/>
              </a:highlight>
              <a:latin typeface="Helvetica Neue"/>
              <a:ea typeface="Helvetica Neue"/>
              <a:cs typeface="Helvetica Neue"/>
              <a:sym typeface="Helvetica Neue"/>
            </a:endParaRPr>
          </a:p>
          <a:p>
            <a:pPr indent="0" lvl="0" marL="0" rtl="0" algn="l">
              <a:lnSpc>
                <a:spcPct val="115000"/>
              </a:lnSpc>
              <a:spcBef>
                <a:spcPts val="1000"/>
              </a:spcBef>
              <a:spcAft>
                <a:spcPts val="0"/>
              </a:spcAft>
              <a:buClr>
                <a:schemeClr val="dk1"/>
              </a:buClr>
              <a:buSzPts val="1100"/>
              <a:buFont typeface="Arial"/>
              <a:buNone/>
            </a:pPr>
            <a:r>
              <a:t/>
            </a:r>
            <a:endParaRPr sz="1600">
              <a:highlight>
                <a:srgbClr val="FFFFFF"/>
              </a:highlight>
              <a:latin typeface="Helvetica Neue"/>
              <a:ea typeface="Helvetica Neue"/>
              <a:cs typeface="Helvetica Neue"/>
              <a:sym typeface="Helvetica Neue"/>
            </a:endParaRPr>
          </a:p>
          <a:p>
            <a:pPr indent="0" lvl="0" marL="0" rtl="0" algn="l">
              <a:lnSpc>
                <a:spcPct val="115000"/>
              </a:lnSpc>
              <a:spcBef>
                <a:spcPts val="1000"/>
              </a:spcBef>
              <a:spcAft>
                <a:spcPts val="0"/>
              </a:spcAft>
              <a:buClr>
                <a:schemeClr val="dk1"/>
              </a:buClr>
              <a:buSzPts val="1100"/>
              <a:buFont typeface="Arial"/>
              <a:buNone/>
            </a:pPr>
            <a:r>
              <a:t/>
            </a:r>
            <a:endParaRPr sz="1500">
              <a:solidFill>
                <a:srgbClr val="0000FF"/>
              </a:solidFill>
            </a:endParaRPr>
          </a:p>
          <a:p>
            <a:pPr indent="0" lvl="0" marL="0" rtl="0" algn="l">
              <a:lnSpc>
                <a:spcPct val="100000"/>
              </a:lnSpc>
              <a:spcBef>
                <a:spcPts val="480"/>
              </a:spcBef>
              <a:spcAft>
                <a:spcPts val="0"/>
              </a:spcAft>
              <a:buSzPts val="2400"/>
              <a:buNone/>
            </a:pPr>
            <a:r>
              <a:t/>
            </a:r>
            <a:endParaRPr b="1" sz="2800">
              <a:solidFill>
                <a:srgbClr val="0000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6"/>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Motivation</a:t>
            </a:r>
            <a:endParaRPr b="1"/>
          </a:p>
        </p:txBody>
      </p:sp>
      <p:sp>
        <p:nvSpPr>
          <p:cNvPr id="106" name="Google Shape;106;p26"/>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61950" lvl="0" marL="457200" rtl="0" algn="l">
              <a:spcBef>
                <a:spcPts val="480"/>
              </a:spcBef>
              <a:spcAft>
                <a:spcPts val="0"/>
              </a:spcAft>
              <a:buClr>
                <a:schemeClr val="dk1"/>
              </a:buClr>
              <a:buSzPts val="2100"/>
              <a:buFont typeface="Helvetica Neue"/>
              <a:buChar char="●"/>
            </a:pPr>
            <a:r>
              <a:rPr b="1" lang="en" sz="2100">
                <a:solidFill>
                  <a:schemeClr val="dk1"/>
                </a:solidFill>
              </a:rPr>
              <a:t>Hate speech on social media is rising</a:t>
            </a:r>
            <a:r>
              <a:rPr lang="en" sz="2100">
                <a:solidFill>
                  <a:schemeClr val="dk1"/>
                </a:solidFill>
              </a:rPr>
              <a:t>, especially in under-resourced languages like Portuguese.</a:t>
            </a:r>
            <a:endParaRPr sz="2100">
              <a:solidFill>
                <a:schemeClr val="dk1"/>
              </a:solidFill>
            </a:endParaRPr>
          </a:p>
          <a:p>
            <a:pPr indent="-387350" lvl="0" marL="457200" rtl="0" algn="l">
              <a:spcBef>
                <a:spcPts val="0"/>
              </a:spcBef>
              <a:spcAft>
                <a:spcPts val="0"/>
              </a:spcAft>
              <a:buClr>
                <a:schemeClr val="dk1"/>
              </a:buClr>
              <a:buSzPts val="2500"/>
              <a:buFont typeface="Helvetica Neue"/>
              <a:buChar char="●"/>
            </a:pPr>
            <a:r>
              <a:rPr b="1" lang="en" sz="2100">
                <a:solidFill>
                  <a:schemeClr val="dk1"/>
                </a:solidFill>
              </a:rPr>
              <a:t>Challenging task</a:t>
            </a:r>
            <a:r>
              <a:rPr lang="en" sz="2100">
                <a:solidFill>
                  <a:schemeClr val="dk1"/>
                </a:solidFill>
              </a:rPr>
              <a:t> due to language complexity, sarcasm, and context in offensive speech — the </a:t>
            </a:r>
            <a:r>
              <a:rPr b="1" lang="en" sz="2100">
                <a:solidFill>
                  <a:schemeClr val="dk1"/>
                </a:solidFill>
              </a:rPr>
              <a:t>same word pairs (bigrams)</a:t>
            </a:r>
            <a:r>
              <a:rPr lang="en" sz="2100">
                <a:solidFill>
                  <a:schemeClr val="dk1"/>
                </a:solidFill>
              </a:rPr>
              <a:t> can appear in both hate and non-hate speech, as seen in the top 10 bigrams of each class.</a:t>
            </a:r>
            <a:endParaRPr sz="2500">
              <a:solidFill>
                <a:schemeClr val="dk1"/>
              </a:solidFill>
            </a:endParaRPr>
          </a:p>
          <a:p>
            <a:pPr indent="-361950" lvl="0" marL="457200" rtl="0" algn="l">
              <a:spcBef>
                <a:spcPts val="0"/>
              </a:spcBef>
              <a:spcAft>
                <a:spcPts val="0"/>
              </a:spcAft>
              <a:buClr>
                <a:schemeClr val="dk1"/>
              </a:buClr>
              <a:buSzPts val="2100"/>
              <a:buFont typeface="Helvetica Neue"/>
              <a:buChar char="●"/>
            </a:pPr>
            <a:r>
              <a:rPr b="1" lang="en" sz="2100">
                <a:solidFill>
                  <a:schemeClr val="dk1"/>
                </a:solidFill>
              </a:rPr>
              <a:t>Real-world impact</a:t>
            </a:r>
            <a:r>
              <a:rPr lang="en" sz="2100">
                <a:solidFill>
                  <a:schemeClr val="dk1"/>
                </a:solidFill>
              </a:rPr>
              <a:t>: Helps platforms and communities detect and reduce toxic content online.</a:t>
            </a:r>
            <a:br>
              <a:rPr lang="en" sz="2100">
                <a:solidFill>
                  <a:schemeClr val="dk1"/>
                </a:solidFill>
              </a:rPr>
            </a:br>
            <a:endParaRPr sz="2100">
              <a:solidFill>
                <a:schemeClr val="dk1"/>
              </a:solidFill>
            </a:endParaRPr>
          </a:p>
          <a:p>
            <a:pPr indent="0" lvl="0" marL="457200" rtl="0" algn="l">
              <a:lnSpc>
                <a:spcPct val="100000"/>
              </a:lnSpc>
              <a:spcBef>
                <a:spcPts val="480"/>
              </a:spcBef>
              <a:spcAft>
                <a:spcPts val="0"/>
              </a:spcAft>
              <a:buNone/>
            </a:pPr>
            <a:r>
              <a:t/>
            </a:r>
            <a:endParaRPr sz="21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7"/>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Literature Review</a:t>
            </a:r>
            <a:endParaRPr b="1"/>
          </a:p>
        </p:txBody>
      </p:sp>
      <p:sp>
        <p:nvSpPr>
          <p:cNvPr id="112" name="Google Shape;112;p27"/>
          <p:cNvSpPr txBox="1"/>
          <p:nvPr>
            <p:ph idx="1" type="body"/>
          </p:nvPr>
        </p:nvSpPr>
        <p:spPr>
          <a:xfrm>
            <a:off x="457200" y="1200150"/>
            <a:ext cx="8229600" cy="3734700"/>
          </a:xfrm>
          <a:prstGeom prst="rect">
            <a:avLst/>
          </a:prstGeom>
          <a:noFill/>
          <a:ln>
            <a:noFill/>
          </a:ln>
        </p:spPr>
        <p:txBody>
          <a:bodyPr anchorCtr="0" anchor="t" bIns="45700" lIns="91425" spcFirstLastPara="1" rIns="91425" wrap="square" tIns="45700">
            <a:noAutofit/>
          </a:bodyPr>
          <a:lstStyle/>
          <a:p>
            <a:pPr indent="-349250" lvl="0" marL="457200" rtl="0" algn="l">
              <a:spcBef>
                <a:spcPts val="480"/>
              </a:spcBef>
              <a:spcAft>
                <a:spcPts val="0"/>
              </a:spcAft>
              <a:buClr>
                <a:schemeClr val="dk1"/>
              </a:buClr>
              <a:buSzPts val="1900"/>
              <a:buChar char="•"/>
            </a:pPr>
            <a:r>
              <a:rPr lang="en" sz="1900">
                <a:solidFill>
                  <a:schemeClr val="dk1"/>
                </a:solidFill>
              </a:rPr>
              <a:t>Prior work on hate speech detection mostly focused on </a:t>
            </a:r>
            <a:r>
              <a:rPr b="1" lang="en" sz="1900">
                <a:solidFill>
                  <a:schemeClr val="dk1"/>
                </a:solidFill>
              </a:rPr>
              <a:t>English</a:t>
            </a:r>
            <a:r>
              <a:rPr lang="en" sz="1900">
                <a:solidFill>
                  <a:schemeClr val="dk1"/>
                </a:solidFill>
              </a:rPr>
              <a:t>, using datasets like HateBase and models like BERT.</a:t>
            </a:r>
            <a:endParaRPr sz="1900">
              <a:solidFill>
                <a:schemeClr val="dk1"/>
              </a:solidFill>
            </a:endParaRPr>
          </a:p>
          <a:p>
            <a:pPr indent="-349250" lvl="0" marL="457200" rtl="0" algn="l">
              <a:spcBef>
                <a:spcPts val="0"/>
              </a:spcBef>
              <a:spcAft>
                <a:spcPts val="0"/>
              </a:spcAft>
              <a:buClr>
                <a:schemeClr val="dk1"/>
              </a:buClr>
              <a:buSzPts val="1900"/>
              <a:buChar char="•"/>
            </a:pPr>
            <a:r>
              <a:rPr lang="en" sz="1900">
                <a:solidFill>
                  <a:schemeClr val="dk1"/>
                </a:solidFill>
              </a:rPr>
              <a:t>The </a:t>
            </a:r>
            <a:r>
              <a:rPr b="1" lang="en" sz="1900">
                <a:solidFill>
                  <a:schemeClr val="dk1"/>
                </a:solidFill>
              </a:rPr>
              <a:t>TuPy-E paper</a:t>
            </a:r>
            <a:r>
              <a:rPr lang="en" sz="1900">
                <a:solidFill>
                  <a:schemeClr val="dk1"/>
                </a:solidFill>
              </a:rPr>
              <a:t> introduced a well-annotated Portuguese dataset and tested models like BERTimbau and LSTM</a:t>
            </a:r>
            <a:r>
              <a:rPr lang="en" sz="1900">
                <a:solidFill>
                  <a:schemeClr val="dk1"/>
                </a:solidFill>
              </a:rPr>
              <a:t>.</a:t>
            </a:r>
            <a:endParaRPr sz="1900">
              <a:solidFill>
                <a:schemeClr val="dk1"/>
              </a:solidFill>
            </a:endParaRPr>
          </a:p>
          <a:p>
            <a:pPr indent="-349250" lvl="0" marL="457200" rtl="0" algn="l">
              <a:spcBef>
                <a:spcPts val="0"/>
              </a:spcBef>
              <a:spcAft>
                <a:spcPts val="0"/>
              </a:spcAft>
              <a:buClr>
                <a:schemeClr val="dk1"/>
              </a:buClr>
              <a:buSzPts val="1900"/>
              <a:buChar char="•"/>
            </a:pPr>
            <a:r>
              <a:rPr lang="en" sz="1900">
                <a:solidFill>
                  <a:schemeClr val="dk1"/>
                </a:solidFill>
              </a:rPr>
              <a:t>We build on this by reproducing their baseline and aim to </a:t>
            </a:r>
            <a:r>
              <a:rPr b="1" lang="en" sz="1900">
                <a:solidFill>
                  <a:schemeClr val="dk1"/>
                </a:solidFill>
              </a:rPr>
              <a:t>improve performance</a:t>
            </a:r>
            <a:r>
              <a:rPr lang="en" sz="1900">
                <a:solidFill>
                  <a:schemeClr val="dk1"/>
                </a:solidFill>
              </a:rPr>
              <a:t> through fine-tuning and architectural changes.</a:t>
            </a:r>
            <a:endParaRPr sz="1900">
              <a:solidFill>
                <a:schemeClr val="dk1"/>
              </a:solidFill>
            </a:endParaRPr>
          </a:p>
          <a:p>
            <a:pPr indent="-349250" lvl="0" marL="457200" rtl="0" algn="l">
              <a:lnSpc>
                <a:spcPct val="100000"/>
              </a:lnSpc>
              <a:spcBef>
                <a:spcPts val="0"/>
              </a:spcBef>
              <a:spcAft>
                <a:spcPts val="0"/>
              </a:spcAft>
              <a:buClr>
                <a:schemeClr val="dk1"/>
              </a:buClr>
              <a:buSzPts val="1900"/>
              <a:buChar char="•"/>
            </a:pPr>
            <a:r>
              <a:rPr lang="en" sz="1900">
                <a:solidFill>
                  <a:schemeClr val="dk1"/>
                </a:solidFill>
              </a:rPr>
              <a:t>To enhance performance, we experimented with various methods, fine-tuning BERTimbau with a standard feedforward network, LSTM, CNN, and by introducing a new model, RoBERTa. Among these approaches, the CNN consistently led to the most significant improvement in accuracy.</a:t>
            </a:r>
            <a:endParaRPr sz="19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8"/>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Dataset</a:t>
            </a:r>
            <a:endParaRPr b="1"/>
          </a:p>
        </p:txBody>
      </p:sp>
      <p:sp>
        <p:nvSpPr>
          <p:cNvPr id="118" name="Google Shape;118;p28"/>
          <p:cNvSpPr txBox="1"/>
          <p:nvPr>
            <p:ph idx="1" type="body"/>
          </p:nvPr>
        </p:nvSpPr>
        <p:spPr>
          <a:xfrm>
            <a:off x="457200" y="1200150"/>
            <a:ext cx="8229600" cy="3848100"/>
          </a:xfrm>
          <a:prstGeom prst="rect">
            <a:avLst/>
          </a:prstGeom>
          <a:noFill/>
          <a:ln>
            <a:noFill/>
          </a:ln>
        </p:spPr>
        <p:txBody>
          <a:bodyPr anchorCtr="0" anchor="t" bIns="45700" lIns="91425" spcFirstLastPara="1" rIns="91425" wrap="square" tIns="45700">
            <a:noAutofit/>
          </a:bodyPr>
          <a:lstStyle/>
          <a:p>
            <a:pPr indent="0" lvl="0" marL="0" rtl="0" algn="l">
              <a:spcBef>
                <a:spcPts val="480"/>
              </a:spcBef>
              <a:spcAft>
                <a:spcPts val="0"/>
              </a:spcAft>
              <a:buNone/>
            </a:pPr>
            <a:r>
              <a:rPr b="1" lang="en" sz="1600">
                <a:solidFill>
                  <a:srgbClr val="0000FF"/>
                </a:solidFill>
                <a:highlight>
                  <a:srgbClr val="FFFFFF"/>
                </a:highlight>
                <a:latin typeface="Helvetica Neue"/>
                <a:ea typeface="Helvetica Neue"/>
                <a:cs typeface="Helvetica Neue"/>
                <a:sym typeface="Helvetica Neue"/>
              </a:rPr>
              <a:t>Example Data Instance:</a:t>
            </a:r>
            <a:endParaRPr sz="1600">
              <a:solidFill>
                <a:srgbClr val="0000FF"/>
              </a:solidFill>
              <a:highlight>
                <a:srgbClr val="FFFFFF"/>
              </a:highlight>
              <a:latin typeface="Helvetica Neue"/>
              <a:ea typeface="Helvetica Neue"/>
              <a:cs typeface="Helvetica Neue"/>
              <a:sym typeface="Helvetica Neue"/>
            </a:endParaRPr>
          </a:p>
          <a:p>
            <a:pPr indent="0" lvl="0" marL="0" rtl="0" algn="l">
              <a:lnSpc>
                <a:spcPct val="115000"/>
              </a:lnSpc>
              <a:spcBef>
                <a:spcPts val="1000"/>
              </a:spcBef>
              <a:spcAft>
                <a:spcPts val="0"/>
              </a:spcAft>
              <a:buNone/>
            </a:pPr>
            <a:r>
              <a:rPr b="1" lang="en" sz="1500">
                <a:solidFill>
                  <a:schemeClr val="dk1"/>
                </a:solidFill>
                <a:highlight>
                  <a:srgbClr val="FFFFFF"/>
                </a:highlight>
                <a:latin typeface="Helvetica Neue"/>
                <a:ea typeface="Helvetica Neue"/>
                <a:cs typeface="Helvetica Neue"/>
                <a:sym typeface="Helvetica Neue"/>
              </a:rPr>
              <a:t>Input</a:t>
            </a:r>
            <a:r>
              <a:rPr lang="en" sz="1500">
                <a:solidFill>
                  <a:schemeClr val="dk1"/>
                </a:solidFill>
                <a:highlight>
                  <a:srgbClr val="FFFFFF"/>
                </a:highlight>
                <a:latin typeface="Helvetica Neue"/>
                <a:ea typeface="Helvetica Neue"/>
                <a:cs typeface="Helvetica Neue"/>
                <a:sym typeface="Helvetica Neue"/>
              </a:rPr>
              <a:t> :</a:t>
            </a:r>
            <a:r>
              <a:rPr lang="en" sz="1600">
                <a:solidFill>
                  <a:srgbClr val="0000FF"/>
                </a:solidFill>
                <a:highlight>
                  <a:srgbClr val="FFFFFF"/>
                </a:highlight>
                <a:latin typeface="Helvetica Neue"/>
                <a:ea typeface="Helvetica Neue"/>
                <a:cs typeface="Helvetica Neue"/>
                <a:sym typeface="Helvetica Neue"/>
              </a:rPr>
              <a:t> </a:t>
            </a:r>
            <a:endParaRPr sz="1600">
              <a:solidFill>
                <a:srgbClr val="0000FF"/>
              </a:solidFill>
              <a:highlight>
                <a:srgbClr val="FFFFFF"/>
              </a:highlight>
              <a:latin typeface="Helvetica Neue"/>
              <a:ea typeface="Helvetica Neue"/>
              <a:cs typeface="Helvetica Neue"/>
              <a:sym typeface="Helvetica Neue"/>
            </a:endParaRPr>
          </a:p>
          <a:p>
            <a:pPr indent="0" lvl="0" marL="0" rtl="0" algn="l">
              <a:lnSpc>
                <a:spcPct val="115000"/>
              </a:lnSpc>
              <a:spcBef>
                <a:spcPts val="1000"/>
              </a:spcBef>
              <a:spcAft>
                <a:spcPts val="0"/>
              </a:spcAft>
              <a:buNone/>
            </a:pPr>
            <a:r>
              <a:rPr lang="en" sz="1100">
                <a:solidFill>
                  <a:schemeClr val="dk1"/>
                </a:solidFill>
                <a:highlight>
                  <a:schemeClr val="lt1"/>
                </a:highlight>
                <a:latin typeface="Courier New"/>
                <a:ea typeface="Courier New"/>
                <a:cs typeface="Courier New"/>
                <a:sym typeface="Courier New"/>
              </a:rPr>
              <a:t>Imagino que o Senhor Jesus esteja decepcionado com certos cristãos, que professam serem homens de Deus</a:t>
            </a:r>
            <a:endParaRPr sz="11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1000"/>
              </a:spcBef>
              <a:spcAft>
                <a:spcPts val="0"/>
              </a:spcAft>
              <a:buNone/>
            </a:pPr>
            <a:r>
              <a:rPr b="1" lang="en" sz="1500">
                <a:solidFill>
                  <a:schemeClr val="dk1"/>
                </a:solidFill>
                <a:highlight>
                  <a:schemeClr val="lt1"/>
                </a:highlight>
                <a:latin typeface="Courier New"/>
                <a:ea typeface="Courier New"/>
                <a:cs typeface="Courier New"/>
                <a:sym typeface="Courier New"/>
              </a:rPr>
              <a:t>Output</a:t>
            </a:r>
            <a:r>
              <a:rPr lang="en" sz="1500">
                <a:solidFill>
                  <a:schemeClr val="dk1"/>
                </a:solidFill>
                <a:highlight>
                  <a:schemeClr val="lt1"/>
                </a:highlight>
                <a:latin typeface="Courier New"/>
                <a:ea typeface="Courier New"/>
                <a:cs typeface="Courier New"/>
                <a:sym typeface="Courier New"/>
              </a:rPr>
              <a:t>:</a:t>
            </a:r>
            <a:br>
              <a:rPr lang="en" sz="1500">
                <a:solidFill>
                  <a:schemeClr val="dk1"/>
                </a:solidFill>
                <a:highlight>
                  <a:schemeClr val="lt1"/>
                </a:highlight>
                <a:latin typeface="Courier New"/>
                <a:ea typeface="Courier New"/>
                <a:cs typeface="Courier New"/>
                <a:sym typeface="Courier New"/>
              </a:rPr>
            </a:br>
            <a:r>
              <a:rPr b="1" lang="en" sz="1200">
                <a:solidFill>
                  <a:schemeClr val="dk1"/>
                </a:solidFill>
                <a:highlight>
                  <a:schemeClr val="lt1"/>
                </a:highlight>
                <a:latin typeface="Courier New"/>
                <a:ea typeface="Courier New"/>
                <a:cs typeface="Courier New"/>
                <a:sym typeface="Courier New"/>
              </a:rPr>
              <a:t>Binary classification</a:t>
            </a:r>
            <a:r>
              <a:rPr lang="en" sz="1200">
                <a:solidFill>
                  <a:schemeClr val="dk1"/>
                </a:solidFill>
                <a:highlight>
                  <a:schemeClr val="lt1"/>
                </a:highlight>
                <a:latin typeface="Courier New"/>
                <a:ea typeface="Courier New"/>
                <a:cs typeface="Courier New"/>
                <a:sym typeface="Courier New"/>
              </a:rPr>
              <a:t>: 0 (0 for not hate and 1 for hate)</a:t>
            </a:r>
            <a:br>
              <a:rPr lang="en" sz="1200">
                <a:solidFill>
                  <a:schemeClr val="dk1"/>
                </a:solidFill>
                <a:highlight>
                  <a:schemeClr val="lt1"/>
                </a:highlight>
                <a:latin typeface="Courier New"/>
                <a:ea typeface="Courier New"/>
                <a:cs typeface="Courier New"/>
                <a:sym typeface="Courier New"/>
              </a:rPr>
            </a:br>
            <a:r>
              <a:rPr b="1" lang="en" sz="1200">
                <a:solidFill>
                  <a:schemeClr val="dk1"/>
                </a:solidFill>
                <a:highlight>
                  <a:schemeClr val="lt1"/>
                </a:highlight>
                <a:latin typeface="Courier New"/>
                <a:ea typeface="Courier New"/>
                <a:cs typeface="Courier New"/>
                <a:sym typeface="Courier New"/>
              </a:rPr>
              <a:t>Hierarchical classification</a:t>
            </a:r>
            <a:r>
              <a:rPr lang="en" sz="1200">
                <a:solidFill>
                  <a:schemeClr val="dk1"/>
                </a:solidFill>
                <a:highlight>
                  <a:schemeClr val="lt1"/>
                </a:highlight>
                <a:latin typeface="Courier New"/>
                <a:ea typeface="Courier New"/>
                <a:cs typeface="Courier New"/>
                <a:sym typeface="Courier New"/>
              </a:rPr>
              <a:t> output will be </a:t>
            </a:r>
            <a:r>
              <a:rPr b="1" lang="en" sz="1200">
                <a:solidFill>
                  <a:schemeClr val="dk1"/>
                </a:solidFill>
                <a:highlight>
                  <a:schemeClr val="lt1"/>
                </a:highlight>
                <a:latin typeface="Courier New"/>
                <a:ea typeface="Courier New"/>
                <a:cs typeface="Courier New"/>
                <a:sym typeface="Courier New"/>
              </a:rPr>
              <a:t>1 or 0 </a:t>
            </a:r>
            <a:r>
              <a:rPr lang="en" sz="1200">
                <a:solidFill>
                  <a:schemeClr val="dk1"/>
                </a:solidFill>
                <a:highlight>
                  <a:schemeClr val="lt1"/>
                </a:highlight>
                <a:latin typeface="Courier New"/>
                <a:ea typeface="Courier New"/>
                <a:cs typeface="Courier New"/>
                <a:sym typeface="Courier New"/>
              </a:rPr>
              <a:t>for each class:</a:t>
            </a:r>
            <a:endParaRPr sz="12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1000"/>
              </a:spcBef>
              <a:spcAft>
                <a:spcPts val="0"/>
              </a:spcAft>
              <a:buNone/>
            </a:pPr>
            <a:r>
              <a:rPr lang="en" sz="1200">
                <a:solidFill>
                  <a:schemeClr val="dk1"/>
                </a:solidFill>
                <a:highlight>
                  <a:schemeClr val="lt1"/>
                </a:highlight>
                <a:latin typeface="Courier New"/>
                <a:ea typeface="Courier New"/>
                <a:cs typeface="Courier New"/>
                <a:sym typeface="Courier New"/>
              </a:rPr>
              <a:t>ageism(0),aporophobia(0),body_shame(0),capacitism(0),lgbtphobia(0),political(0),</a:t>
            </a:r>
            <a:br>
              <a:rPr lang="en" sz="1200">
                <a:solidFill>
                  <a:schemeClr val="dk1"/>
                </a:solidFill>
                <a:highlight>
                  <a:schemeClr val="lt1"/>
                </a:highlight>
                <a:latin typeface="Courier New"/>
                <a:ea typeface="Courier New"/>
                <a:cs typeface="Courier New"/>
                <a:sym typeface="Courier New"/>
              </a:rPr>
            </a:br>
            <a:r>
              <a:rPr lang="en" sz="1200">
                <a:solidFill>
                  <a:schemeClr val="dk1"/>
                </a:solidFill>
                <a:highlight>
                  <a:schemeClr val="lt1"/>
                </a:highlight>
                <a:latin typeface="Courier New"/>
                <a:ea typeface="Courier New"/>
                <a:cs typeface="Courier New"/>
                <a:sym typeface="Courier New"/>
              </a:rPr>
              <a:t>racism(0),religious_intolerance(0),misogy</a:t>
            </a:r>
            <a:r>
              <a:rPr lang="en" sz="1200">
                <a:solidFill>
                  <a:schemeClr val="dk1"/>
                </a:solidFill>
                <a:highlight>
                  <a:schemeClr val="lt1"/>
                </a:highlight>
                <a:latin typeface="Courier New"/>
                <a:ea typeface="Courier New"/>
                <a:cs typeface="Courier New"/>
                <a:sym typeface="Courier New"/>
              </a:rPr>
              <a:t>ny(0),xenophobia(0),other(0)</a:t>
            </a:r>
            <a:endParaRPr sz="12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1000"/>
              </a:spcBef>
              <a:spcAft>
                <a:spcPts val="0"/>
              </a:spcAft>
              <a:buNone/>
            </a:pPr>
            <a:r>
              <a:t/>
            </a:r>
            <a:endParaRPr sz="1600">
              <a:solidFill>
                <a:srgbClr val="0000FF"/>
              </a:solidFill>
              <a:highlight>
                <a:srgbClr val="FFFFFF"/>
              </a:highlight>
              <a:latin typeface="Helvetica Neue"/>
              <a:ea typeface="Helvetica Neue"/>
              <a:cs typeface="Helvetica Neue"/>
              <a:sym typeface="Helvetica Neue"/>
            </a:endParaRPr>
          </a:p>
          <a:p>
            <a:pPr indent="0" lvl="0" marL="0" rtl="0" algn="l">
              <a:spcBef>
                <a:spcPts val="1000"/>
              </a:spcBef>
              <a:spcAft>
                <a:spcPts val="0"/>
              </a:spcAft>
              <a:buClr>
                <a:schemeClr val="dk1"/>
              </a:buClr>
              <a:buSzPts val="1100"/>
              <a:buFont typeface="Arial"/>
              <a:buNone/>
            </a:pPr>
            <a:r>
              <a:rPr lang="en" sz="2200" u="sng">
                <a:solidFill>
                  <a:schemeClr val="hlink"/>
                </a:solidFill>
                <a:hlinkClick r:id="rId3"/>
              </a:rPr>
              <a:t>Dataset Source</a:t>
            </a:r>
            <a:endParaRPr b="1" sz="1600">
              <a:solidFill>
                <a:srgbClr val="0000FF"/>
              </a:solidFill>
              <a:highlight>
                <a:srgbClr val="FFFFFF"/>
              </a:highlight>
              <a:latin typeface="Helvetica Neue"/>
              <a:ea typeface="Helvetica Neue"/>
              <a:cs typeface="Helvetica Neue"/>
              <a:sym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9"/>
          <p:cNvSpPr txBox="1"/>
          <p:nvPr>
            <p:ph idx="1" type="body"/>
          </p:nvPr>
        </p:nvSpPr>
        <p:spPr>
          <a:xfrm>
            <a:off x="387925" y="199150"/>
            <a:ext cx="8229600" cy="44475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lang="en"/>
              <a:t>Statistics:</a:t>
            </a:r>
            <a:endParaRPr/>
          </a:p>
          <a:p>
            <a:pPr indent="0" lvl="0" marL="0" rtl="0" algn="l">
              <a:spcBef>
                <a:spcPts val="480"/>
              </a:spcBef>
              <a:spcAft>
                <a:spcPts val="0"/>
              </a:spcAft>
              <a:buNone/>
            </a:pPr>
            <a:r>
              <a:rPr lang="en" sz="1800">
                <a:solidFill>
                  <a:schemeClr val="dk1"/>
                </a:solidFill>
              </a:rPr>
              <a:t>Total no of samples in the Dataset are 43668 texts out of which 9367 are hate and rest 34301 are annotated as not hate . This dataset is a combination of 3 previously published datasets and a newly annotated dataset.</a:t>
            </a:r>
            <a:endParaRPr sz="1800">
              <a:solidFill>
                <a:schemeClr val="dk1"/>
              </a:solidFill>
            </a:endParaRPr>
          </a:p>
          <a:p>
            <a:pPr indent="0" lvl="0" marL="0" rtl="0" algn="l">
              <a:spcBef>
                <a:spcPts val="480"/>
              </a:spcBef>
              <a:spcAft>
                <a:spcPts val="0"/>
              </a:spcAft>
              <a:buNone/>
            </a:pPr>
            <a:r>
              <a:t/>
            </a:r>
            <a:endParaRPr sz="1800">
              <a:solidFill>
                <a:schemeClr val="dk1"/>
              </a:solidFill>
            </a:endParaRPr>
          </a:p>
          <a:p>
            <a:pPr indent="0" lvl="0" marL="0" rtl="0" algn="l">
              <a:spcBef>
                <a:spcPts val="480"/>
              </a:spcBef>
              <a:spcAft>
                <a:spcPts val="0"/>
              </a:spcAft>
              <a:buNone/>
            </a:pPr>
            <a:r>
              <a:t/>
            </a:r>
            <a:endParaRPr sz="1800">
              <a:solidFill>
                <a:schemeClr val="dk1"/>
              </a:solidFill>
            </a:endParaRPr>
          </a:p>
        </p:txBody>
      </p:sp>
      <p:pic>
        <p:nvPicPr>
          <p:cNvPr id="124" name="Google Shape;124;p29"/>
          <p:cNvPicPr preferRelativeResize="0"/>
          <p:nvPr/>
        </p:nvPicPr>
        <p:blipFill>
          <a:blip r:embed="rId3">
            <a:alphaModFix/>
          </a:blip>
          <a:stretch>
            <a:fillRect/>
          </a:stretch>
        </p:blipFill>
        <p:spPr>
          <a:xfrm>
            <a:off x="1028686" y="2002325"/>
            <a:ext cx="2775676" cy="2571751"/>
          </a:xfrm>
          <a:prstGeom prst="rect">
            <a:avLst/>
          </a:prstGeom>
          <a:noFill/>
          <a:ln>
            <a:noFill/>
          </a:ln>
        </p:spPr>
      </p:pic>
      <p:pic>
        <p:nvPicPr>
          <p:cNvPr id="125" name="Google Shape;125;p29"/>
          <p:cNvPicPr preferRelativeResize="0"/>
          <p:nvPr/>
        </p:nvPicPr>
        <p:blipFill>
          <a:blip r:embed="rId4">
            <a:alphaModFix/>
          </a:blip>
          <a:stretch>
            <a:fillRect/>
          </a:stretch>
        </p:blipFill>
        <p:spPr>
          <a:xfrm>
            <a:off x="4706400" y="2623675"/>
            <a:ext cx="3322749" cy="1465575"/>
          </a:xfrm>
          <a:prstGeom prst="rect">
            <a:avLst/>
          </a:prstGeom>
          <a:noFill/>
          <a:ln>
            <a:noFill/>
          </a:ln>
        </p:spPr>
      </p:pic>
      <p:sp>
        <p:nvSpPr>
          <p:cNvPr id="126" name="Google Shape;126;p29"/>
          <p:cNvSpPr txBox="1"/>
          <p:nvPr/>
        </p:nvSpPr>
        <p:spPr>
          <a:xfrm>
            <a:off x="1004450" y="1636575"/>
            <a:ext cx="2775600" cy="25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FF0000"/>
                </a:solidFill>
              </a:rPr>
              <a:t>Class Balance</a:t>
            </a:r>
            <a:endParaRPr b="1" sz="1800">
              <a:solidFill>
                <a:srgbClr val="FF0000"/>
              </a:solidFill>
            </a:endParaRPr>
          </a:p>
        </p:txBody>
      </p:sp>
      <p:sp>
        <p:nvSpPr>
          <p:cNvPr id="127" name="Google Shape;127;p29"/>
          <p:cNvSpPr txBox="1"/>
          <p:nvPr/>
        </p:nvSpPr>
        <p:spPr>
          <a:xfrm>
            <a:off x="4944350" y="2190750"/>
            <a:ext cx="2848800" cy="33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rgbClr val="0000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30"/>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Method/Technique</a:t>
            </a:r>
            <a:endParaRPr b="1"/>
          </a:p>
        </p:txBody>
      </p:sp>
      <p:sp>
        <p:nvSpPr>
          <p:cNvPr id="133" name="Google Shape;133;p30"/>
          <p:cNvSpPr txBox="1"/>
          <p:nvPr>
            <p:ph idx="1" type="body"/>
          </p:nvPr>
        </p:nvSpPr>
        <p:spPr>
          <a:xfrm>
            <a:off x="457200" y="1200150"/>
            <a:ext cx="8229600" cy="3753000"/>
          </a:xfrm>
          <a:prstGeom prst="rect">
            <a:avLst/>
          </a:prstGeom>
          <a:noFill/>
          <a:ln>
            <a:noFill/>
          </a:ln>
        </p:spPr>
        <p:txBody>
          <a:bodyPr anchorCtr="0" anchor="t" bIns="45700" lIns="91425" spcFirstLastPara="1" rIns="91425" wrap="square" tIns="45700">
            <a:noAutofit/>
          </a:bodyPr>
          <a:lstStyle/>
          <a:p>
            <a:pPr indent="-323850" lvl="0" marL="914400" rtl="0" algn="l">
              <a:lnSpc>
                <a:spcPct val="115000"/>
              </a:lnSpc>
              <a:spcBef>
                <a:spcPts val="1000"/>
              </a:spcBef>
              <a:spcAft>
                <a:spcPts val="0"/>
              </a:spcAft>
              <a:buClr>
                <a:schemeClr val="dk1"/>
              </a:buClr>
              <a:buSzPts val="1500"/>
              <a:buFont typeface="Helvetica Neue"/>
              <a:buChar char="•"/>
            </a:pPr>
            <a:r>
              <a:rPr lang="en" sz="1400">
                <a:solidFill>
                  <a:schemeClr val="dk1"/>
                </a:solidFill>
              </a:rPr>
              <a:t>We initially trained the BERT model on the TuPy-E dataset, following the procedure described in the original paper.</a:t>
            </a:r>
            <a:br>
              <a:rPr lang="en" sz="1400">
                <a:solidFill>
                  <a:schemeClr val="dk1"/>
                </a:solidFill>
              </a:rPr>
            </a:br>
            <a:endParaRPr sz="1400">
              <a:solidFill>
                <a:schemeClr val="dk1"/>
              </a:solidFill>
            </a:endParaRPr>
          </a:p>
          <a:p>
            <a:pPr indent="-323850" lvl="0" marL="914400" rtl="0" algn="l">
              <a:lnSpc>
                <a:spcPct val="115000"/>
              </a:lnSpc>
              <a:spcBef>
                <a:spcPts val="0"/>
              </a:spcBef>
              <a:spcAft>
                <a:spcPts val="0"/>
              </a:spcAft>
              <a:buClr>
                <a:schemeClr val="dk1"/>
              </a:buClr>
              <a:buSzPts val="1500"/>
              <a:buFont typeface="Helvetica Neue"/>
              <a:buChar char="•"/>
            </a:pPr>
            <a:r>
              <a:rPr lang="en" sz="1400">
                <a:solidFill>
                  <a:schemeClr val="dk1"/>
                </a:solidFill>
              </a:rPr>
              <a:t>To improve the model, we added a CNN layer on top of the pre-trained BERT model.</a:t>
            </a:r>
            <a:br>
              <a:rPr lang="en" sz="1400">
                <a:solidFill>
                  <a:schemeClr val="dk1"/>
                </a:solidFill>
              </a:rPr>
            </a:br>
            <a:endParaRPr sz="1400">
              <a:solidFill>
                <a:schemeClr val="dk1"/>
              </a:solidFill>
            </a:endParaRPr>
          </a:p>
          <a:p>
            <a:pPr indent="-323850" lvl="0" marL="914400" rtl="0" algn="l">
              <a:lnSpc>
                <a:spcPct val="115000"/>
              </a:lnSpc>
              <a:spcBef>
                <a:spcPts val="0"/>
              </a:spcBef>
              <a:spcAft>
                <a:spcPts val="0"/>
              </a:spcAft>
              <a:buClr>
                <a:schemeClr val="dk1"/>
              </a:buClr>
              <a:buSzPts val="1500"/>
              <a:buFont typeface="Helvetica Neue"/>
              <a:buChar char="•"/>
            </a:pPr>
            <a:r>
              <a:rPr lang="en" sz="1400">
                <a:solidFill>
                  <a:schemeClr val="dk1"/>
                </a:solidFill>
              </a:rPr>
              <a:t>Initially, we froze the BERT weights and trained only the CNN layer. We then applied </a:t>
            </a:r>
            <a:r>
              <a:rPr b="1" lang="en" sz="1400">
                <a:solidFill>
                  <a:schemeClr val="dk1"/>
                </a:solidFill>
              </a:rPr>
              <a:t>gradual unfreezing</a:t>
            </a:r>
            <a:r>
              <a:rPr lang="en" sz="1400">
                <a:solidFill>
                  <a:schemeClr val="dk1"/>
                </a:solidFill>
              </a:rPr>
              <a:t>, where one BERT layer was unfrozen at each epoch during training.</a:t>
            </a:r>
            <a:br>
              <a:rPr lang="en" sz="1400">
                <a:solidFill>
                  <a:schemeClr val="dk1"/>
                </a:solidFill>
              </a:rPr>
            </a:br>
            <a:endParaRPr sz="1400">
              <a:solidFill>
                <a:schemeClr val="dk1"/>
              </a:solidFill>
            </a:endParaRPr>
          </a:p>
          <a:p>
            <a:pPr indent="-323850" lvl="0" marL="914400" rtl="0" algn="l">
              <a:lnSpc>
                <a:spcPct val="115000"/>
              </a:lnSpc>
              <a:spcBef>
                <a:spcPts val="0"/>
              </a:spcBef>
              <a:spcAft>
                <a:spcPts val="0"/>
              </a:spcAft>
              <a:buClr>
                <a:schemeClr val="dk1"/>
              </a:buClr>
              <a:buSzPts val="1500"/>
              <a:buFont typeface="Helvetica Neue"/>
              <a:buChar char="•"/>
            </a:pPr>
            <a:r>
              <a:rPr lang="en" sz="1400">
                <a:solidFill>
                  <a:schemeClr val="dk1"/>
                </a:solidFill>
              </a:rPr>
              <a:t>The CNN layer was used to capture local patterns in the text that might not be fully captured by the transformer layers.Gradual unfreezing helps to preserve the knowledge learned by BERT and also stabilizes the training process.</a:t>
            </a:r>
            <a:br>
              <a:rPr lang="en" sz="1400">
                <a:solidFill>
                  <a:schemeClr val="dk1"/>
                </a:solidFill>
              </a:rPr>
            </a:br>
            <a:endParaRPr sz="1400">
              <a:solidFill>
                <a:schemeClr val="dk1"/>
              </a:solidFill>
            </a:endParaRPr>
          </a:p>
          <a:p>
            <a:pPr indent="-323850" lvl="0" marL="914400" rtl="0" algn="l">
              <a:lnSpc>
                <a:spcPct val="115000"/>
              </a:lnSpc>
              <a:spcBef>
                <a:spcPts val="0"/>
              </a:spcBef>
              <a:spcAft>
                <a:spcPts val="0"/>
              </a:spcAft>
              <a:buClr>
                <a:schemeClr val="dk1"/>
              </a:buClr>
              <a:buSzPts val="1500"/>
              <a:buFont typeface="Helvetica Neue"/>
              <a:buChar char="•"/>
            </a:pPr>
            <a:r>
              <a:rPr lang="en" sz="1400">
                <a:solidFill>
                  <a:schemeClr val="dk1"/>
                </a:solidFill>
              </a:rPr>
              <a:t>The libraries used in this project include: </a:t>
            </a:r>
            <a:r>
              <a:rPr lang="en" sz="1400">
                <a:solidFill>
                  <a:srgbClr val="188038"/>
                </a:solidFill>
                <a:latin typeface="Roboto Mono"/>
                <a:ea typeface="Roboto Mono"/>
                <a:cs typeface="Roboto Mono"/>
                <a:sym typeface="Roboto Mono"/>
              </a:rPr>
              <a:t>torch</a:t>
            </a:r>
            <a:r>
              <a:rPr lang="en" sz="1400">
                <a:solidFill>
                  <a:schemeClr val="dk1"/>
                </a:solidFill>
              </a:rPr>
              <a:t>, </a:t>
            </a:r>
            <a:r>
              <a:rPr lang="en" sz="1400">
                <a:solidFill>
                  <a:srgbClr val="188038"/>
                </a:solidFill>
                <a:latin typeface="Roboto Mono"/>
                <a:ea typeface="Roboto Mono"/>
                <a:cs typeface="Roboto Mono"/>
                <a:sym typeface="Roboto Mono"/>
              </a:rPr>
              <a:t>transformers</a:t>
            </a:r>
            <a:r>
              <a:rPr lang="en" sz="1400">
                <a:solidFill>
                  <a:schemeClr val="dk1"/>
                </a:solidFill>
              </a:rPr>
              <a:t>, </a:t>
            </a:r>
            <a:r>
              <a:rPr lang="en" sz="1400">
                <a:solidFill>
                  <a:srgbClr val="188038"/>
                </a:solidFill>
                <a:latin typeface="Roboto Mono"/>
                <a:ea typeface="Roboto Mono"/>
                <a:cs typeface="Roboto Mono"/>
                <a:sym typeface="Roboto Mono"/>
              </a:rPr>
              <a:t>datasets</a:t>
            </a:r>
            <a:r>
              <a:rPr lang="en" sz="1400">
                <a:solidFill>
                  <a:schemeClr val="dk1"/>
                </a:solidFill>
              </a:rPr>
              <a:t>, </a:t>
            </a:r>
            <a:r>
              <a:rPr lang="en" sz="1400">
                <a:solidFill>
                  <a:srgbClr val="188038"/>
                </a:solidFill>
                <a:latin typeface="Roboto Mono"/>
                <a:ea typeface="Roboto Mono"/>
                <a:cs typeface="Roboto Mono"/>
                <a:sym typeface="Roboto Mono"/>
              </a:rPr>
              <a:t>streamlit</a:t>
            </a:r>
            <a:r>
              <a:rPr lang="en" sz="1400">
                <a:solidFill>
                  <a:schemeClr val="dk1"/>
                </a:solidFill>
              </a:rPr>
              <a:t>, </a:t>
            </a:r>
            <a:r>
              <a:rPr lang="en" sz="1400">
                <a:solidFill>
                  <a:srgbClr val="188038"/>
                </a:solidFill>
                <a:latin typeface="Roboto Mono"/>
                <a:ea typeface="Roboto Mono"/>
                <a:cs typeface="Roboto Mono"/>
                <a:sym typeface="Roboto Mono"/>
              </a:rPr>
              <a:t>os</a:t>
            </a:r>
            <a:r>
              <a:rPr lang="en" sz="1400">
                <a:solidFill>
                  <a:schemeClr val="dk1"/>
                </a:solidFill>
              </a:rPr>
              <a:t>, </a:t>
            </a:r>
            <a:r>
              <a:rPr lang="en" sz="1400">
                <a:solidFill>
                  <a:srgbClr val="188038"/>
                </a:solidFill>
                <a:latin typeface="Roboto Mono"/>
                <a:ea typeface="Roboto Mono"/>
                <a:cs typeface="Roboto Mono"/>
                <a:sym typeface="Roboto Mono"/>
              </a:rPr>
              <a:t>re</a:t>
            </a:r>
            <a:r>
              <a:rPr lang="en" sz="1400">
                <a:solidFill>
                  <a:schemeClr val="dk1"/>
                </a:solidFill>
              </a:rPr>
              <a:t>, and </a:t>
            </a:r>
            <a:r>
              <a:rPr lang="en" sz="1400">
                <a:solidFill>
                  <a:srgbClr val="188038"/>
                </a:solidFill>
                <a:latin typeface="Roboto Mono"/>
                <a:ea typeface="Roboto Mono"/>
                <a:cs typeface="Roboto Mono"/>
                <a:sym typeface="Roboto Mono"/>
              </a:rPr>
              <a:t>pandas</a:t>
            </a:r>
            <a:r>
              <a:rPr lang="en" sz="1400">
                <a:solidFill>
                  <a:schemeClr val="dk1"/>
                </a:solidFill>
              </a:rPr>
              <a:t>.</a:t>
            </a:r>
            <a:endParaRPr sz="1400">
              <a:solidFill>
                <a:schemeClr val="dk1"/>
              </a:solidFill>
            </a:endParaRPr>
          </a:p>
          <a:p>
            <a:pPr indent="0" lvl="0" marL="914400" rtl="0" algn="l">
              <a:lnSpc>
                <a:spcPct val="115000"/>
              </a:lnSpc>
              <a:spcBef>
                <a:spcPts val="1000"/>
              </a:spcBef>
              <a:spcAft>
                <a:spcPts val="1000"/>
              </a:spcAft>
              <a:buNone/>
            </a:pPr>
            <a:r>
              <a:t/>
            </a:r>
            <a:endParaRPr sz="1500">
              <a:solidFill>
                <a:schemeClr val="dk1"/>
              </a:solidFill>
              <a:highlight>
                <a:srgbClr val="FFFFFF"/>
              </a:highlight>
              <a:latin typeface="Helvetica Neue"/>
              <a:ea typeface="Helvetica Neue"/>
              <a:cs typeface="Helvetica Neue"/>
              <a:sym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31"/>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Results</a:t>
            </a:r>
            <a:endParaRPr b="1"/>
          </a:p>
        </p:txBody>
      </p:sp>
      <p:graphicFrame>
        <p:nvGraphicFramePr>
          <p:cNvPr id="139" name="Google Shape;139;p31"/>
          <p:cNvGraphicFramePr/>
          <p:nvPr/>
        </p:nvGraphicFramePr>
        <p:xfrm>
          <a:off x="891825" y="1348950"/>
          <a:ext cx="3000000" cy="3000000"/>
        </p:xfrm>
        <a:graphic>
          <a:graphicData uri="http://schemas.openxmlformats.org/drawingml/2006/table">
            <a:tbl>
              <a:tblPr>
                <a:noFill/>
                <a:tableStyleId>{CBF46C85-D998-4C7F-9C34-012ED8C323C0}</a:tableStyleId>
              </a:tblPr>
              <a:tblGrid>
                <a:gridCol w="2005825"/>
                <a:gridCol w="876425"/>
                <a:gridCol w="953775"/>
                <a:gridCol w="932675"/>
                <a:gridCol w="731100"/>
                <a:gridCol w="1259275"/>
              </a:tblGrid>
              <a:tr h="3962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Epochs</a:t>
                      </a:r>
                      <a:endParaRPr/>
                    </a:p>
                  </a:txBody>
                  <a:tcPr marT="91425" marB="91425" marR="91425" marL="91425"/>
                </a:tc>
                <a:tc>
                  <a:txBody>
                    <a:bodyPr/>
                    <a:lstStyle/>
                    <a:p>
                      <a:pPr indent="0" lvl="0" marL="0" rtl="0" algn="l">
                        <a:spcBef>
                          <a:spcPts val="0"/>
                        </a:spcBef>
                        <a:spcAft>
                          <a:spcPts val="0"/>
                        </a:spcAft>
                        <a:buNone/>
                      </a:pPr>
                      <a:r>
                        <a:rPr lang="en"/>
                        <a:t>Accuracy</a:t>
                      </a:r>
                      <a:endParaRPr/>
                    </a:p>
                  </a:txBody>
                  <a:tcPr marT="91425" marB="91425" marR="91425" marL="91425"/>
                </a:tc>
                <a:tc>
                  <a:txBody>
                    <a:bodyPr/>
                    <a:lstStyle/>
                    <a:p>
                      <a:pPr indent="0" lvl="0" marL="0" rtl="0" algn="l">
                        <a:spcBef>
                          <a:spcPts val="0"/>
                        </a:spcBef>
                        <a:spcAft>
                          <a:spcPts val="0"/>
                        </a:spcAft>
                        <a:buNone/>
                      </a:pPr>
                      <a:r>
                        <a:rPr lang="en"/>
                        <a:t>Precision </a:t>
                      </a:r>
                      <a:endParaRPr/>
                    </a:p>
                  </a:txBody>
                  <a:tcPr marT="91425" marB="91425" marR="91425" marL="91425"/>
                </a:tc>
                <a:tc>
                  <a:txBody>
                    <a:bodyPr/>
                    <a:lstStyle/>
                    <a:p>
                      <a:pPr indent="0" lvl="0" marL="0" rtl="0" algn="l">
                        <a:spcBef>
                          <a:spcPts val="0"/>
                        </a:spcBef>
                        <a:spcAft>
                          <a:spcPts val="0"/>
                        </a:spcAft>
                        <a:buNone/>
                      </a:pPr>
                      <a:r>
                        <a:rPr lang="en"/>
                        <a:t>Recall </a:t>
                      </a:r>
                      <a:endParaRPr/>
                    </a:p>
                  </a:txBody>
                  <a:tcPr marT="91425" marB="91425" marR="91425" marL="91425"/>
                </a:tc>
                <a:tc>
                  <a:txBody>
                    <a:bodyPr/>
                    <a:lstStyle/>
                    <a:p>
                      <a:pPr indent="0" lvl="0" marL="0" rtl="0" algn="l">
                        <a:spcBef>
                          <a:spcPts val="0"/>
                        </a:spcBef>
                        <a:spcAft>
                          <a:spcPts val="0"/>
                        </a:spcAft>
                        <a:buNone/>
                      </a:pPr>
                      <a:r>
                        <a:rPr lang="en"/>
                        <a:t>F1-score</a:t>
                      </a:r>
                      <a:endParaRPr/>
                    </a:p>
                  </a:txBody>
                  <a:tcPr marT="91425" marB="91425" marR="91425" marL="91425"/>
                </a:tc>
              </a:tr>
              <a:tr h="396225">
                <a:tc>
                  <a:txBody>
                    <a:bodyPr/>
                    <a:lstStyle/>
                    <a:p>
                      <a:pPr indent="0" lvl="0" marL="0" rtl="0" algn="l">
                        <a:spcBef>
                          <a:spcPts val="0"/>
                        </a:spcBef>
                        <a:spcAft>
                          <a:spcPts val="0"/>
                        </a:spcAft>
                        <a:buNone/>
                      </a:pPr>
                      <a:r>
                        <a:rPr lang="en"/>
                        <a:t>Base_binary</a:t>
                      </a:r>
                      <a:endParaRPr/>
                    </a:p>
                  </a:txBody>
                  <a:tcPr marT="91425" marB="91425" marR="91425" marL="91425"/>
                </a:tc>
                <a:tc>
                  <a:txBody>
                    <a:bodyPr/>
                    <a:lstStyle/>
                    <a:p>
                      <a:pPr indent="0" lvl="0" marL="0" rtl="0" algn="l">
                        <a:spcBef>
                          <a:spcPts val="0"/>
                        </a:spcBef>
                        <a:spcAft>
                          <a:spcPts val="0"/>
                        </a:spcAft>
                        <a:buNone/>
                      </a:pPr>
                      <a:r>
                        <a:rPr lang="en"/>
                        <a:t>20</a:t>
                      </a:r>
                      <a:endParaRPr/>
                    </a:p>
                  </a:txBody>
                  <a:tcPr marT="91425" marB="91425" marR="91425" marL="91425"/>
                </a:tc>
                <a:tc>
                  <a:txBody>
                    <a:bodyPr/>
                    <a:lstStyle/>
                    <a:p>
                      <a:pPr indent="0" lvl="0" marL="0" rtl="0" algn="l">
                        <a:spcBef>
                          <a:spcPts val="0"/>
                        </a:spcBef>
                        <a:spcAft>
                          <a:spcPts val="0"/>
                        </a:spcAft>
                        <a:buNone/>
                      </a:pPr>
                      <a:r>
                        <a:rPr lang="en"/>
                        <a:t>0.9149</a:t>
                      </a:r>
                      <a:endParaRPr/>
                    </a:p>
                  </a:txBody>
                  <a:tcPr marT="91425" marB="91425" marR="91425" marL="91425"/>
                </a:tc>
                <a:tc>
                  <a:txBody>
                    <a:bodyPr/>
                    <a:lstStyle/>
                    <a:p>
                      <a:pPr indent="0" lvl="0" marL="0" rtl="0" algn="l">
                        <a:spcBef>
                          <a:spcPts val="0"/>
                        </a:spcBef>
                        <a:spcAft>
                          <a:spcPts val="0"/>
                        </a:spcAft>
                        <a:buNone/>
                      </a:pPr>
                      <a:r>
                        <a:rPr lang="en"/>
                        <a:t>0.91</a:t>
                      </a:r>
                      <a:endParaRPr/>
                    </a:p>
                  </a:txBody>
                  <a:tcPr marT="91425" marB="91425" marR="91425" marL="91425"/>
                </a:tc>
                <a:tc>
                  <a:txBody>
                    <a:bodyPr/>
                    <a:lstStyle/>
                    <a:p>
                      <a:pPr indent="0" lvl="0" marL="0" rtl="0" algn="l">
                        <a:spcBef>
                          <a:spcPts val="0"/>
                        </a:spcBef>
                        <a:spcAft>
                          <a:spcPts val="0"/>
                        </a:spcAft>
                        <a:buNone/>
                      </a:pPr>
                      <a:r>
                        <a:rPr lang="en"/>
                        <a:t>0.91</a:t>
                      </a:r>
                      <a:endParaRPr/>
                    </a:p>
                  </a:txBody>
                  <a:tcPr marT="91425" marB="91425" marR="91425" marL="91425"/>
                </a:tc>
                <a:tc>
                  <a:txBody>
                    <a:bodyPr/>
                    <a:lstStyle/>
                    <a:p>
                      <a:pPr indent="0" lvl="0" marL="0" rtl="0" algn="l">
                        <a:spcBef>
                          <a:spcPts val="0"/>
                        </a:spcBef>
                        <a:spcAft>
                          <a:spcPts val="0"/>
                        </a:spcAft>
                        <a:buNone/>
                      </a:pPr>
                      <a:r>
                        <a:rPr lang="en"/>
                        <a:t>0.91</a:t>
                      </a:r>
                      <a:endParaRPr/>
                    </a:p>
                  </a:txBody>
                  <a:tcPr marT="91425" marB="91425" marR="91425" marL="91425"/>
                </a:tc>
              </a:tr>
              <a:tr h="396225">
                <a:tc>
                  <a:txBody>
                    <a:bodyPr/>
                    <a:lstStyle/>
                    <a:p>
                      <a:pPr indent="0" lvl="0" marL="0" rtl="0" algn="l">
                        <a:spcBef>
                          <a:spcPts val="0"/>
                        </a:spcBef>
                        <a:spcAft>
                          <a:spcPts val="0"/>
                        </a:spcAft>
                        <a:buNone/>
                      </a:pPr>
                      <a:r>
                        <a:rPr lang="en"/>
                        <a:t>Large_binary</a:t>
                      </a:r>
                      <a:endParaRPr/>
                    </a:p>
                  </a:txBody>
                  <a:tcPr marT="91425" marB="91425" marR="91425" marL="91425"/>
                </a:tc>
                <a:tc>
                  <a:txBody>
                    <a:bodyPr/>
                    <a:lstStyle/>
                    <a:p>
                      <a:pPr indent="0" lvl="0" marL="0" rtl="0" algn="l">
                        <a:spcBef>
                          <a:spcPts val="0"/>
                        </a:spcBef>
                        <a:spcAft>
                          <a:spcPts val="0"/>
                        </a:spcAft>
                        <a:buNone/>
                      </a:pPr>
                      <a:r>
                        <a:rPr lang="en"/>
                        <a:t>10</a:t>
                      </a:r>
                      <a:endParaRPr/>
                    </a:p>
                  </a:txBody>
                  <a:tcPr marT="91425" marB="91425" marR="91425" marL="91425"/>
                </a:tc>
                <a:tc>
                  <a:txBody>
                    <a:bodyPr/>
                    <a:lstStyle/>
                    <a:p>
                      <a:pPr indent="0" lvl="0" marL="0" rtl="0" algn="l">
                        <a:spcBef>
                          <a:spcPts val="0"/>
                        </a:spcBef>
                        <a:spcAft>
                          <a:spcPts val="0"/>
                        </a:spcAft>
                        <a:buNone/>
                      </a:pPr>
                      <a:r>
                        <a:rPr lang="en"/>
                        <a:t>0.9487</a:t>
                      </a:r>
                      <a:endParaRPr/>
                    </a:p>
                  </a:txBody>
                  <a:tcPr marT="91425" marB="91425" marR="91425" marL="91425"/>
                </a:tc>
                <a:tc>
                  <a:txBody>
                    <a:bodyPr/>
                    <a:lstStyle/>
                    <a:p>
                      <a:pPr indent="0" lvl="0" marL="0" rtl="0" algn="l">
                        <a:spcBef>
                          <a:spcPts val="0"/>
                        </a:spcBef>
                        <a:spcAft>
                          <a:spcPts val="0"/>
                        </a:spcAft>
                        <a:buNone/>
                      </a:pPr>
                      <a:r>
                        <a:rPr lang="en"/>
                        <a:t>0.95</a:t>
                      </a:r>
                      <a:endParaRPr/>
                    </a:p>
                  </a:txBody>
                  <a:tcPr marT="91425" marB="91425" marR="91425" marL="91425"/>
                </a:tc>
                <a:tc>
                  <a:txBody>
                    <a:bodyPr/>
                    <a:lstStyle/>
                    <a:p>
                      <a:pPr indent="0" lvl="0" marL="0" rtl="0" algn="l">
                        <a:spcBef>
                          <a:spcPts val="0"/>
                        </a:spcBef>
                        <a:spcAft>
                          <a:spcPts val="0"/>
                        </a:spcAft>
                        <a:buNone/>
                      </a:pPr>
                      <a:r>
                        <a:rPr lang="en"/>
                        <a:t>0.95</a:t>
                      </a:r>
                      <a:endParaRPr/>
                    </a:p>
                  </a:txBody>
                  <a:tcPr marT="91425" marB="91425" marR="91425" marL="91425"/>
                </a:tc>
                <a:tc>
                  <a:txBody>
                    <a:bodyPr/>
                    <a:lstStyle/>
                    <a:p>
                      <a:pPr indent="0" lvl="0" marL="0" rtl="0" algn="l">
                        <a:spcBef>
                          <a:spcPts val="0"/>
                        </a:spcBef>
                        <a:spcAft>
                          <a:spcPts val="0"/>
                        </a:spcAft>
                        <a:buNone/>
                      </a:pPr>
                      <a:r>
                        <a:rPr lang="en"/>
                        <a:t>0.95</a:t>
                      </a:r>
                      <a:endParaRPr/>
                    </a:p>
                  </a:txBody>
                  <a:tcPr marT="91425" marB="91425" marR="91425" marL="91425"/>
                </a:tc>
              </a:tr>
              <a:tr h="396225">
                <a:tc>
                  <a:txBody>
                    <a:bodyPr/>
                    <a:lstStyle/>
                    <a:p>
                      <a:pPr indent="0" lvl="0" marL="0" rtl="0" algn="l">
                        <a:spcBef>
                          <a:spcPts val="0"/>
                        </a:spcBef>
                        <a:spcAft>
                          <a:spcPts val="0"/>
                        </a:spcAft>
                        <a:buClr>
                          <a:schemeClr val="dk1"/>
                        </a:buClr>
                        <a:buSzPts val="1100"/>
                        <a:buFont typeface="Arial"/>
                        <a:buNone/>
                      </a:pPr>
                      <a:r>
                        <a:rPr lang="en">
                          <a:solidFill>
                            <a:schemeClr val="dk1"/>
                          </a:solidFill>
                        </a:rPr>
                        <a:t>CNN_base_binary</a:t>
                      </a:r>
                      <a:endParaRPr/>
                    </a:p>
                  </a:txBody>
                  <a:tcPr marT="91425" marB="91425" marR="91425" marL="91425"/>
                </a:tc>
                <a:tc>
                  <a:txBody>
                    <a:bodyPr/>
                    <a:lstStyle/>
                    <a:p>
                      <a:pPr indent="0" lvl="0" marL="0" rtl="0" algn="l">
                        <a:spcBef>
                          <a:spcPts val="0"/>
                        </a:spcBef>
                        <a:spcAft>
                          <a:spcPts val="0"/>
                        </a:spcAft>
                        <a:buNone/>
                      </a:pPr>
                      <a:r>
                        <a:rPr lang="en"/>
                        <a:t>7</a:t>
                      </a:r>
                      <a:endParaRPr/>
                    </a:p>
                  </a:txBody>
                  <a:tcPr marT="91425" marB="91425" marR="91425" marL="91425"/>
                </a:tc>
                <a:tc>
                  <a:txBody>
                    <a:bodyPr/>
                    <a:lstStyle/>
                    <a:p>
                      <a:pPr indent="0" lvl="0" marL="0" rtl="0" algn="l">
                        <a:spcBef>
                          <a:spcPts val="0"/>
                        </a:spcBef>
                        <a:spcAft>
                          <a:spcPts val="0"/>
                        </a:spcAft>
                        <a:buNone/>
                      </a:pPr>
                      <a:r>
                        <a:rPr lang="en"/>
                        <a:t>0.9205</a:t>
                      </a:r>
                      <a:endParaRPr/>
                    </a:p>
                  </a:txBody>
                  <a:tcPr marT="91425" marB="91425" marR="91425" marL="91425"/>
                </a:tc>
                <a:tc>
                  <a:txBody>
                    <a:bodyPr/>
                    <a:lstStyle/>
                    <a:p>
                      <a:pPr indent="0" lvl="0" marL="0" rtl="0" algn="l">
                        <a:spcBef>
                          <a:spcPts val="0"/>
                        </a:spcBef>
                        <a:spcAft>
                          <a:spcPts val="0"/>
                        </a:spcAft>
                        <a:buNone/>
                      </a:pPr>
                      <a:r>
                        <a:rPr lang="en"/>
                        <a:t>0.91</a:t>
                      </a:r>
                      <a:endParaRPr/>
                    </a:p>
                  </a:txBody>
                  <a:tcPr marT="91425" marB="91425" marR="91425" marL="91425"/>
                </a:tc>
                <a:tc>
                  <a:txBody>
                    <a:bodyPr/>
                    <a:lstStyle/>
                    <a:p>
                      <a:pPr indent="0" lvl="0" marL="0" rtl="0" algn="l">
                        <a:spcBef>
                          <a:spcPts val="0"/>
                        </a:spcBef>
                        <a:spcAft>
                          <a:spcPts val="0"/>
                        </a:spcAft>
                        <a:buNone/>
                      </a:pPr>
                      <a:r>
                        <a:rPr lang="en"/>
                        <a:t>0.92</a:t>
                      </a:r>
                      <a:endParaRPr/>
                    </a:p>
                  </a:txBody>
                  <a:tcPr marT="91425" marB="91425" marR="91425" marL="91425"/>
                </a:tc>
                <a:tc>
                  <a:txBody>
                    <a:bodyPr/>
                    <a:lstStyle/>
                    <a:p>
                      <a:pPr indent="0" lvl="0" marL="0" rtl="0" algn="l">
                        <a:spcBef>
                          <a:spcPts val="0"/>
                        </a:spcBef>
                        <a:spcAft>
                          <a:spcPts val="0"/>
                        </a:spcAft>
                        <a:buNone/>
                      </a:pPr>
                      <a:r>
                        <a:rPr lang="en"/>
                        <a:t>0.91</a:t>
                      </a:r>
                      <a:endParaRPr/>
                    </a:p>
                  </a:txBody>
                  <a:tcPr marT="91425" marB="91425" marR="91425" marL="91425"/>
                </a:tc>
              </a:tr>
              <a:tr h="396225">
                <a:tc>
                  <a:txBody>
                    <a:bodyPr/>
                    <a:lstStyle/>
                    <a:p>
                      <a:pPr indent="0" lvl="0" marL="0" rtl="0" algn="l">
                        <a:spcBef>
                          <a:spcPts val="0"/>
                        </a:spcBef>
                        <a:spcAft>
                          <a:spcPts val="0"/>
                        </a:spcAft>
                        <a:buClr>
                          <a:schemeClr val="dk1"/>
                        </a:buClr>
                        <a:buSzPts val="1100"/>
                        <a:buFont typeface="Arial"/>
                        <a:buNone/>
                      </a:pPr>
                      <a:r>
                        <a:rPr lang="en">
                          <a:solidFill>
                            <a:schemeClr val="dk1"/>
                          </a:solidFill>
                        </a:rPr>
                        <a:t>CNN_large_binary</a:t>
                      </a:r>
                      <a:endParaRPr/>
                    </a:p>
                  </a:txBody>
                  <a:tcPr marT="91425" marB="91425" marR="91425" marL="91425"/>
                </a:tc>
                <a:tc>
                  <a:txBody>
                    <a:bodyPr/>
                    <a:lstStyle/>
                    <a:p>
                      <a:pPr indent="0" lvl="0" marL="0" rtl="0" algn="l">
                        <a:spcBef>
                          <a:spcPts val="0"/>
                        </a:spcBef>
                        <a:spcAft>
                          <a:spcPts val="0"/>
                        </a:spcAft>
                        <a:buNone/>
                      </a:pPr>
                      <a:r>
                        <a:rPr lang="en"/>
                        <a:t>5</a:t>
                      </a:r>
                      <a:endParaRPr/>
                    </a:p>
                  </a:txBody>
                  <a:tcPr marT="91425" marB="91425" marR="91425" marL="91425"/>
                </a:tc>
                <a:tc>
                  <a:txBody>
                    <a:bodyPr/>
                    <a:lstStyle/>
                    <a:p>
                      <a:pPr indent="0" lvl="0" marL="0" rtl="0" algn="l">
                        <a:spcBef>
                          <a:spcPts val="0"/>
                        </a:spcBef>
                        <a:spcAft>
                          <a:spcPts val="0"/>
                        </a:spcAft>
                        <a:buNone/>
                      </a:pPr>
                      <a:r>
                        <a:rPr lang="en"/>
                        <a:t>0.9511</a:t>
                      </a:r>
                      <a:endParaRPr/>
                    </a:p>
                  </a:txBody>
                  <a:tcPr marT="91425" marB="91425" marR="91425" marL="91425"/>
                </a:tc>
                <a:tc>
                  <a:txBody>
                    <a:bodyPr/>
                    <a:lstStyle/>
                    <a:p>
                      <a:pPr indent="0" lvl="0" marL="0" rtl="0" algn="l">
                        <a:spcBef>
                          <a:spcPts val="0"/>
                        </a:spcBef>
                        <a:spcAft>
                          <a:spcPts val="0"/>
                        </a:spcAft>
                        <a:buNone/>
                      </a:pPr>
                      <a:r>
                        <a:rPr lang="en"/>
                        <a:t>0.95</a:t>
                      </a:r>
                      <a:endParaRPr/>
                    </a:p>
                  </a:txBody>
                  <a:tcPr marT="91425" marB="91425" marR="91425" marL="91425"/>
                </a:tc>
                <a:tc>
                  <a:txBody>
                    <a:bodyPr/>
                    <a:lstStyle/>
                    <a:p>
                      <a:pPr indent="0" lvl="0" marL="0" rtl="0" algn="l">
                        <a:spcBef>
                          <a:spcPts val="0"/>
                        </a:spcBef>
                        <a:spcAft>
                          <a:spcPts val="0"/>
                        </a:spcAft>
                        <a:buNone/>
                      </a:pPr>
                      <a:r>
                        <a:rPr lang="en"/>
                        <a:t>0.95</a:t>
                      </a:r>
                      <a:endParaRPr/>
                    </a:p>
                  </a:txBody>
                  <a:tcPr marT="91425" marB="91425" marR="91425" marL="91425"/>
                </a:tc>
                <a:tc>
                  <a:txBody>
                    <a:bodyPr/>
                    <a:lstStyle/>
                    <a:p>
                      <a:pPr indent="0" lvl="0" marL="0" rtl="0" algn="l">
                        <a:spcBef>
                          <a:spcPts val="0"/>
                        </a:spcBef>
                        <a:spcAft>
                          <a:spcPts val="0"/>
                        </a:spcAft>
                        <a:buNone/>
                      </a:pPr>
                      <a:r>
                        <a:rPr lang="en"/>
                        <a:t>0.95</a:t>
                      </a:r>
                      <a:endParaRPr/>
                    </a:p>
                  </a:txBody>
                  <a:tcPr marT="91425" marB="91425" marR="91425" marL="91425"/>
                </a:tc>
              </a:tr>
              <a:tr h="396225">
                <a:tc>
                  <a:txBody>
                    <a:bodyPr/>
                    <a:lstStyle/>
                    <a:p>
                      <a:pPr indent="0" lvl="0" marL="0" rtl="0" algn="l">
                        <a:spcBef>
                          <a:spcPts val="0"/>
                        </a:spcBef>
                        <a:spcAft>
                          <a:spcPts val="0"/>
                        </a:spcAft>
                        <a:buNone/>
                      </a:pPr>
                      <a:r>
                        <a:rPr lang="en">
                          <a:solidFill>
                            <a:schemeClr val="dk1"/>
                          </a:solidFill>
                        </a:rPr>
                        <a:t>roBERTa_base_binary</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t>10</a:t>
                      </a:r>
                      <a:endParaRPr/>
                    </a:p>
                  </a:txBody>
                  <a:tcPr marT="91425" marB="91425" marR="91425" marL="91425"/>
                </a:tc>
                <a:tc>
                  <a:txBody>
                    <a:bodyPr/>
                    <a:lstStyle/>
                    <a:p>
                      <a:pPr indent="0" lvl="0" marL="0" rtl="0" algn="l">
                        <a:spcBef>
                          <a:spcPts val="0"/>
                        </a:spcBef>
                        <a:spcAft>
                          <a:spcPts val="0"/>
                        </a:spcAft>
                        <a:buNone/>
                      </a:pPr>
                      <a:r>
                        <a:rPr lang="en"/>
                        <a:t>0.9258</a:t>
                      </a:r>
                      <a:endParaRPr/>
                    </a:p>
                  </a:txBody>
                  <a:tcPr marT="91425" marB="91425" marR="91425" marL="91425"/>
                </a:tc>
                <a:tc>
                  <a:txBody>
                    <a:bodyPr/>
                    <a:lstStyle/>
                    <a:p>
                      <a:pPr indent="0" lvl="0" marL="0" rtl="0" algn="l">
                        <a:spcBef>
                          <a:spcPts val="0"/>
                        </a:spcBef>
                        <a:spcAft>
                          <a:spcPts val="0"/>
                        </a:spcAft>
                        <a:buNone/>
                      </a:pPr>
                      <a:r>
                        <a:rPr lang="en"/>
                        <a:t>0.92</a:t>
                      </a:r>
                      <a:endParaRPr/>
                    </a:p>
                  </a:txBody>
                  <a:tcPr marT="91425" marB="91425" marR="91425" marL="91425"/>
                </a:tc>
                <a:tc>
                  <a:txBody>
                    <a:bodyPr/>
                    <a:lstStyle/>
                    <a:p>
                      <a:pPr indent="0" lvl="0" marL="0" rtl="0" algn="l">
                        <a:spcBef>
                          <a:spcPts val="0"/>
                        </a:spcBef>
                        <a:spcAft>
                          <a:spcPts val="0"/>
                        </a:spcAft>
                        <a:buNone/>
                      </a:pPr>
                      <a:r>
                        <a:rPr lang="en"/>
                        <a:t>0.93</a:t>
                      </a:r>
                      <a:endParaRPr/>
                    </a:p>
                  </a:txBody>
                  <a:tcPr marT="91425" marB="91425" marR="91425" marL="91425"/>
                </a:tc>
                <a:tc>
                  <a:txBody>
                    <a:bodyPr/>
                    <a:lstStyle/>
                    <a:p>
                      <a:pPr indent="0" lvl="0" marL="0" rtl="0" algn="l">
                        <a:spcBef>
                          <a:spcPts val="0"/>
                        </a:spcBef>
                        <a:spcAft>
                          <a:spcPts val="0"/>
                        </a:spcAft>
                        <a:buNone/>
                      </a:pPr>
                      <a:r>
                        <a:rPr lang="en"/>
                        <a:t>0.92</a:t>
                      </a:r>
                      <a:endParaRPr/>
                    </a:p>
                  </a:txBody>
                  <a:tcPr marT="91425" marB="91425" marR="91425" marL="91425"/>
                </a:tc>
              </a:tr>
            </a:tbl>
          </a:graphicData>
        </a:graphic>
      </p:graphicFrame>
      <p:graphicFrame>
        <p:nvGraphicFramePr>
          <p:cNvPr id="140" name="Google Shape;140;p31"/>
          <p:cNvGraphicFramePr/>
          <p:nvPr/>
        </p:nvGraphicFramePr>
        <p:xfrm>
          <a:off x="891825" y="4052450"/>
          <a:ext cx="3000000" cy="3000000"/>
        </p:xfrm>
        <a:graphic>
          <a:graphicData uri="http://schemas.openxmlformats.org/drawingml/2006/table">
            <a:tbl>
              <a:tblPr>
                <a:noFill/>
                <a:tableStyleId>{CBF46C85-D998-4C7F-9C34-012ED8C323C0}</a:tableStyleId>
              </a:tblPr>
              <a:tblGrid>
                <a:gridCol w="2005825"/>
                <a:gridCol w="876425"/>
                <a:gridCol w="953775"/>
                <a:gridCol w="932675"/>
                <a:gridCol w="731100"/>
                <a:gridCol w="1259275"/>
              </a:tblGrid>
              <a:tr h="381000">
                <a:tc>
                  <a:txBody>
                    <a:bodyPr/>
                    <a:lstStyle/>
                    <a:p>
                      <a:pPr indent="0" lvl="0" marL="0" rtl="0" algn="l">
                        <a:spcBef>
                          <a:spcPts val="0"/>
                        </a:spcBef>
                        <a:spcAft>
                          <a:spcPts val="0"/>
                        </a:spcAft>
                        <a:buNone/>
                      </a:pPr>
                      <a:r>
                        <a:rPr lang="en"/>
                        <a:t>Base_categorical</a:t>
                      </a:r>
                      <a:endParaRPr/>
                    </a:p>
                  </a:txBody>
                  <a:tcPr marT="91425" marB="91425" marR="91425" marL="91425"/>
                </a:tc>
                <a:tc>
                  <a:txBody>
                    <a:bodyPr/>
                    <a:lstStyle/>
                    <a:p>
                      <a:pPr indent="0" lvl="0" marL="0" rtl="0" algn="l">
                        <a:spcBef>
                          <a:spcPts val="0"/>
                        </a:spcBef>
                        <a:spcAft>
                          <a:spcPts val="0"/>
                        </a:spcAft>
                        <a:buNone/>
                      </a:pPr>
                      <a:r>
                        <a:rPr lang="en"/>
                        <a:t>20</a:t>
                      </a:r>
                      <a:endParaRPr/>
                    </a:p>
                  </a:txBody>
                  <a:tcPr marT="91425" marB="91425" marR="91425" marL="91425"/>
                </a:tc>
                <a:tc>
                  <a:txBody>
                    <a:bodyPr/>
                    <a:lstStyle/>
                    <a:p>
                      <a:pPr indent="0" lvl="0" marL="0" rtl="0" algn="ctr">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0.84</a:t>
                      </a:r>
                      <a:endParaRPr/>
                    </a:p>
                  </a:txBody>
                  <a:tcPr marT="91425" marB="91425" marR="91425" marL="91425"/>
                </a:tc>
                <a:tc>
                  <a:txBody>
                    <a:bodyPr/>
                    <a:lstStyle/>
                    <a:p>
                      <a:pPr indent="0" lvl="0" marL="0" rtl="0" algn="l">
                        <a:spcBef>
                          <a:spcPts val="0"/>
                        </a:spcBef>
                        <a:spcAft>
                          <a:spcPts val="0"/>
                        </a:spcAft>
                        <a:buNone/>
                      </a:pPr>
                      <a:r>
                        <a:rPr lang="en"/>
                        <a:t>0.85</a:t>
                      </a:r>
                      <a:endParaRPr/>
                    </a:p>
                  </a:txBody>
                  <a:tcPr marT="91425" marB="91425" marR="91425" marL="91425"/>
                </a:tc>
                <a:tc>
                  <a:txBody>
                    <a:bodyPr/>
                    <a:lstStyle/>
                    <a:p>
                      <a:pPr indent="0" lvl="0" marL="0" rtl="0" algn="l">
                        <a:spcBef>
                          <a:spcPts val="0"/>
                        </a:spcBef>
                        <a:spcAft>
                          <a:spcPts val="0"/>
                        </a:spcAft>
                        <a:buNone/>
                      </a:pPr>
                      <a:r>
                        <a:rPr lang="en"/>
                        <a:t>0.84</a:t>
                      </a:r>
                      <a:endParaRPr/>
                    </a:p>
                  </a:txBody>
                  <a:tcPr marT="91425" marB="91425" marR="91425" marL="91425"/>
                </a:tc>
              </a:tr>
              <a:tr h="381000">
                <a:tc>
                  <a:txBody>
                    <a:bodyPr/>
                    <a:lstStyle/>
                    <a:p>
                      <a:pPr indent="0" lvl="0" marL="0" rtl="0" algn="l">
                        <a:spcBef>
                          <a:spcPts val="0"/>
                        </a:spcBef>
                        <a:spcAft>
                          <a:spcPts val="0"/>
                        </a:spcAft>
                        <a:buNone/>
                      </a:pPr>
                      <a:r>
                        <a:rPr lang="en"/>
                        <a:t>Large_categorical</a:t>
                      </a:r>
                      <a:endParaRPr/>
                    </a:p>
                  </a:txBody>
                  <a:tcPr marT="91425" marB="91425" marR="91425" marL="91425"/>
                </a:tc>
                <a:tc>
                  <a:txBody>
                    <a:bodyPr/>
                    <a:lstStyle/>
                    <a:p>
                      <a:pPr indent="0" lvl="0" marL="0" rtl="0" algn="l">
                        <a:spcBef>
                          <a:spcPts val="0"/>
                        </a:spcBef>
                        <a:spcAft>
                          <a:spcPts val="0"/>
                        </a:spcAft>
                        <a:buNone/>
                      </a:pPr>
                      <a:r>
                        <a:rPr lang="en"/>
                        <a:t>10</a:t>
                      </a:r>
                      <a:endParaRPr/>
                    </a:p>
                  </a:txBody>
                  <a:tcPr marT="91425" marB="91425" marR="91425" marL="91425"/>
                </a:tc>
                <a:tc>
                  <a:txBody>
                    <a:bodyPr/>
                    <a:lstStyle/>
                    <a:p>
                      <a:pPr indent="0" lvl="0" marL="0" rtl="0" algn="ctr">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0.84</a:t>
                      </a:r>
                      <a:endParaRPr/>
                    </a:p>
                  </a:txBody>
                  <a:tcPr marT="91425" marB="91425" marR="91425" marL="91425"/>
                </a:tc>
                <a:tc>
                  <a:txBody>
                    <a:bodyPr/>
                    <a:lstStyle/>
                    <a:p>
                      <a:pPr indent="0" lvl="0" marL="0" rtl="0" algn="l">
                        <a:spcBef>
                          <a:spcPts val="0"/>
                        </a:spcBef>
                        <a:spcAft>
                          <a:spcPts val="0"/>
                        </a:spcAft>
                        <a:buNone/>
                      </a:pPr>
                      <a:r>
                        <a:rPr lang="en"/>
                        <a:t>0.85</a:t>
                      </a:r>
                      <a:endParaRPr/>
                    </a:p>
                  </a:txBody>
                  <a:tcPr marT="91425" marB="91425" marR="91425" marL="91425"/>
                </a:tc>
                <a:tc>
                  <a:txBody>
                    <a:bodyPr/>
                    <a:lstStyle/>
                    <a:p>
                      <a:pPr indent="0" lvl="0" marL="0" rtl="0" algn="l">
                        <a:spcBef>
                          <a:spcPts val="0"/>
                        </a:spcBef>
                        <a:spcAft>
                          <a:spcPts val="0"/>
                        </a:spcAft>
                        <a:buNone/>
                      </a:pPr>
                      <a:r>
                        <a:rPr lang="en"/>
                        <a:t>0.84</a:t>
                      </a:r>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32"/>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Error analysis</a:t>
            </a:r>
            <a:endParaRPr b="1"/>
          </a:p>
        </p:txBody>
      </p:sp>
      <p:sp>
        <p:nvSpPr>
          <p:cNvPr id="146" name="Google Shape;146;p32"/>
          <p:cNvSpPr txBox="1"/>
          <p:nvPr>
            <p:ph idx="1" type="body"/>
          </p:nvPr>
        </p:nvSpPr>
        <p:spPr>
          <a:xfrm>
            <a:off x="370600" y="1162075"/>
            <a:ext cx="8229600" cy="3868800"/>
          </a:xfrm>
          <a:prstGeom prst="rect">
            <a:avLst/>
          </a:prstGeom>
          <a:noFill/>
          <a:ln>
            <a:noFill/>
          </a:ln>
        </p:spPr>
        <p:txBody>
          <a:bodyPr anchorCtr="0" anchor="t" bIns="45700" lIns="91425" spcFirstLastPara="1" rIns="91425" wrap="square" tIns="45700">
            <a:noAutofit/>
          </a:bodyPr>
          <a:lstStyle/>
          <a:p>
            <a:pPr indent="-349250" lvl="0" marL="457200" rtl="0" algn="l">
              <a:lnSpc>
                <a:spcPct val="100000"/>
              </a:lnSpc>
              <a:spcBef>
                <a:spcPts val="480"/>
              </a:spcBef>
              <a:spcAft>
                <a:spcPts val="0"/>
              </a:spcAft>
              <a:buClr>
                <a:schemeClr val="dk1"/>
              </a:buClr>
              <a:buSzPts val="1900"/>
              <a:buAutoNum type="arabicPeriod"/>
            </a:pPr>
            <a:r>
              <a:rPr lang="en" sz="1900">
                <a:solidFill>
                  <a:schemeClr val="dk1"/>
                </a:solidFill>
              </a:rPr>
              <a:t>“trabalha de palhaço é uma palhaçada”</a:t>
            </a:r>
            <a:endParaRPr sz="1900">
              <a:solidFill>
                <a:schemeClr val="dk1"/>
              </a:solidFill>
            </a:endParaRPr>
          </a:p>
          <a:p>
            <a:pPr indent="-349250" lvl="0" marL="457200" rtl="0" algn="l">
              <a:lnSpc>
                <a:spcPct val="100000"/>
              </a:lnSpc>
              <a:spcBef>
                <a:spcPts val="0"/>
              </a:spcBef>
              <a:spcAft>
                <a:spcPts val="0"/>
              </a:spcAft>
              <a:buClr>
                <a:schemeClr val="dk1"/>
              </a:buClr>
              <a:buSzPts val="1900"/>
              <a:buAutoNum type="arabicPeriod"/>
            </a:pPr>
            <a:r>
              <a:rPr lang="en" sz="1900">
                <a:solidFill>
                  <a:schemeClr val="dk1"/>
                </a:solidFill>
              </a:rPr>
              <a:t>“kkkkkkkkkk que povinho fudido”</a:t>
            </a:r>
            <a:endParaRPr sz="1900">
              <a:solidFill>
                <a:schemeClr val="dk1"/>
              </a:solidFill>
            </a:endParaRPr>
          </a:p>
          <a:p>
            <a:pPr indent="-349250" lvl="0" marL="457200" rtl="0" algn="l">
              <a:spcBef>
                <a:spcPts val="0"/>
              </a:spcBef>
              <a:spcAft>
                <a:spcPts val="0"/>
              </a:spcAft>
              <a:buClr>
                <a:schemeClr val="dk1"/>
              </a:buClr>
              <a:buSzPts val="1900"/>
              <a:buAutoNum type="arabicPeriod"/>
            </a:pPr>
            <a:r>
              <a:rPr lang="en" sz="1900">
                <a:solidFill>
                  <a:schemeClr val="dk1"/>
                </a:solidFill>
              </a:rPr>
              <a:t>“rt @user toda vez que eu vejo alguém escrevendo "garotx" eu tenho vontade de gritar</a:t>
            </a:r>
            <a:endParaRPr sz="1900">
              <a:solidFill>
                <a:schemeClr val="dk1"/>
              </a:solidFill>
            </a:endParaRPr>
          </a:p>
          <a:p>
            <a:pPr indent="0" lvl="0" marL="914400" rtl="0" algn="l">
              <a:spcBef>
                <a:spcPts val="480"/>
              </a:spcBef>
              <a:spcAft>
                <a:spcPts val="0"/>
              </a:spcAft>
              <a:buNone/>
            </a:pPr>
            <a:r>
              <a:t/>
            </a:r>
            <a:endParaRPr sz="1900">
              <a:solidFill>
                <a:schemeClr val="dk1"/>
              </a:solidFill>
            </a:endParaRPr>
          </a:p>
          <a:p>
            <a:pPr indent="0" lvl="0" marL="0" rtl="0" algn="l">
              <a:spcBef>
                <a:spcPts val="480"/>
              </a:spcBef>
              <a:spcAft>
                <a:spcPts val="0"/>
              </a:spcAft>
              <a:buNone/>
            </a:pPr>
            <a:r>
              <a:rPr lang="en" sz="1900">
                <a:solidFill>
                  <a:schemeClr val="dk1"/>
                </a:solidFill>
              </a:rPr>
              <a:t>      filho da puta x não é pronome neutro para de usar…”</a:t>
            </a:r>
            <a:endParaRPr sz="1900">
              <a:solidFill>
                <a:schemeClr val="dk1"/>
              </a:solidFill>
            </a:endParaRPr>
          </a:p>
          <a:p>
            <a:pPr indent="0" lvl="0" marL="457200" rtl="0" algn="l">
              <a:lnSpc>
                <a:spcPct val="100000"/>
              </a:lnSpc>
              <a:spcBef>
                <a:spcPts val="480"/>
              </a:spcBef>
              <a:spcAft>
                <a:spcPts val="0"/>
              </a:spcAft>
              <a:buNone/>
            </a:pPr>
            <a:r>
              <a:t/>
            </a:r>
            <a:endParaRPr sz="1900">
              <a:solidFill>
                <a:schemeClr val="dk1"/>
              </a:solidFill>
            </a:endParaRPr>
          </a:p>
          <a:p>
            <a:pPr indent="-323850" lvl="0" marL="457200" rtl="0" algn="l">
              <a:spcBef>
                <a:spcPts val="480"/>
              </a:spcBef>
              <a:spcAft>
                <a:spcPts val="0"/>
              </a:spcAft>
              <a:buClr>
                <a:schemeClr val="dk1"/>
              </a:buClr>
              <a:buSzPts val="1500"/>
              <a:buChar char="•"/>
            </a:pPr>
            <a:r>
              <a:rPr b="1" lang="en" sz="1500">
                <a:solidFill>
                  <a:schemeClr val="dk1"/>
                </a:solidFill>
              </a:rPr>
              <a:t>Imbalanced Dataset</a:t>
            </a:r>
            <a:r>
              <a:rPr lang="en" sz="1500">
                <a:solidFill>
                  <a:schemeClr val="dk1"/>
                </a:solidFill>
              </a:rPr>
              <a:t>: Fewer hate speech examples lead to bias toward non-hate, increasing false negatives.</a:t>
            </a:r>
            <a:endParaRPr sz="15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 sz="1500">
                <a:solidFill>
                  <a:schemeClr val="dk1"/>
                </a:solidFill>
              </a:rPr>
              <a:t>Overfitting to Explicit Patterns</a:t>
            </a:r>
            <a:r>
              <a:rPr lang="en" sz="1500">
                <a:solidFill>
                  <a:schemeClr val="dk1"/>
                </a:solidFill>
              </a:rPr>
              <a:t>:CNN may overfit to obvious hate terms, failing on diverse or implicit hate speech.</a:t>
            </a:r>
            <a:endParaRPr sz="15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3"/>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p>
            <a:pPr indent="457200" lvl="0" marL="0" rtl="0" algn="l">
              <a:lnSpc>
                <a:spcPct val="100000"/>
              </a:lnSpc>
              <a:spcBef>
                <a:spcPts val="0"/>
              </a:spcBef>
              <a:spcAft>
                <a:spcPts val="0"/>
              </a:spcAft>
              <a:buSzPts val="1400"/>
              <a:buNone/>
            </a:pPr>
            <a:r>
              <a:rPr b="1" lang="en"/>
              <a:t>Improvements over the paper</a:t>
            </a:r>
            <a:endParaRPr b="1"/>
          </a:p>
        </p:txBody>
      </p:sp>
      <p:sp>
        <p:nvSpPr>
          <p:cNvPr id="152" name="Google Shape;152;p33"/>
          <p:cNvSpPr txBox="1"/>
          <p:nvPr>
            <p:ph idx="4294967295"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36550" lvl="0" marL="914400" rtl="0" algn="l">
              <a:lnSpc>
                <a:spcPct val="115000"/>
              </a:lnSpc>
              <a:spcBef>
                <a:spcPts val="1000"/>
              </a:spcBef>
              <a:spcAft>
                <a:spcPts val="0"/>
              </a:spcAft>
              <a:buClr>
                <a:schemeClr val="dk1"/>
              </a:buClr>
              <a:buSzPts val="1700"/>
              <a:buFont typeface="Helvetica Neue"/>
              <a:buChar char="•"/>
            </a:pPr>
            <a:r>
              <a:rPr lang="en" sz="1600">
                <a:solidFill>
                  <a:schemeClr val="dk1"/>
                </a:solidFill>
              </a:rPr>
              <a:t>To improve the model, we added a CNN layer on top of the pre-trained BERT model.</a:t>
            </a:r>
            <a:br>
              <a:rPr lang="en" sz="1600">
                <a:solidFill>
                  <a:schemeClr val="dk1"/>
                </a:solidFill>
              </a:rPr>
            </a:br>
            <a:endParaRPr sz="1600">
              <a:solidFill>
                <a:schemeClr val="dk1"/>
              </a:solidFill>
            </a:endParaRPr>
          </a:p>
          <a:p>
            <a:pPr indent="-336550" lvl="0" marL="914400" rtl="0" algn="l">
              <a:lnSpc>
                <a:spcPct val="115000"/>
              </a:lnSpc>
              <a:spcBef>
                <a:spcPts val="0"/>
              </a:spcBef>
              <a:spcAft>
                <a:spcPts val="0"/>
              </a:spcAft>
              <a:buClr>
                <a:schemeClr val="dk1"/>
              </a:buClr>
              <a:buSzPts val="1700"/>
              <a:buFont typeface="Helvetica Neue"/>
              <a:buChar char="•"/>
            </a:pPr>
            <a:r>
              <a:rPr lang="en" sz="1600">
                <a:solidFill>
                  <a:schemeClr val="dk1"/>
                </a:solidFill>
              </a:rPr>
              <a:t>Initially, we froze the BERT weights and trained only the CNN layer. We then applied </a:t>
            </a:r>
            <a:r>
              <a:rPr b="1" lang="en" sz="1600">
                <a:solidFill>
                  <a:schemeClr val="dk1"/>
                </a:solidFill>
              </a:rPr>
              <a:t>gradual unfreezing</a:t>
            </a:r>
            <a:r>
              <a:rPr lang="en" sz="1600">
                <a:solidFill>
                  <a:schemeClr val="dk1"/>
                </a:solidFill>
              </a:rPr>
              <a:t>, where one BERT layer was unfrozen at each epoch during training.</a:t>
            </a:r>
            <a:br>
              <a:rPr lang="en" sz="1600">
                <a:solidFill>
                  <a:schemeClr val="dk1"/>
                </a:solidFill>
              </a:rPr>
            </a:br>
            <a:endParaRPr sz="1600">
              <a:solidFill>
                <a:schemeClr val="dk1"/>
              </a:solidFill>
            </a:endParaRPr>
          </a:p>
          <a:p>
            <a:pPr indent="-336550" lvl="0" marL="914400" rtl="0" algn="l">
              <a:lnSpc>
                <a:spcPct val="115000"/>
              </a:lnSpc>
              <a:spcBef>
                <a:spcPts val="0"/>
              </a:spcBef>
              <a:spcAft>
                <a:spcPts val="0"/>
              </a:spcAft>
              <a:buClr>
                <a:schemeClr val="dk1"/>
              </a:buClr>
              <a:buSzPts val="1700"/>
              <a:buFont typeface="Helvetica Neue"/>
              <a:buChar char="•"/>
            </a:pPr>
            <a:r>
              <a:rPr lang="en" sz="1600">
                <a:solidFill>
                  <a:schemeClr val="dk1"/>
                </a:solidFill>
              </a:rPr>
              <a:t>The CNN layer was used to capture local patterns in the text that might not be fully captured by the transformer layers.Gradual unfreezing helps to preserve the knowledge learned by BERT and also stabilizes the training process.</a:t>
            </a:r>
            <a:br>
              <a:rPr lang="en" sz="1600">
                <a:solidFill>
                  <a:schemeClr val="dk1"/>
                </a:solidFill>
              </a:rPr>
            </a:br>
            <a:endParaRPr sz="2200">
              <a:highlight>
                <a:srgbClr val="FFFFFF"/>
              </a:highlight>
              <a:latin typeface="Helvetica Neue"/>
              <a:ea typeface="Helvetica Neue"/>
              <a:cs typeface="Helvetica Neue"/>
              <a:sym typeface="Helvetica Neue"/>
            </a:endParaRPr>
          </a:p>
          <a:p>
            <a:pPr indent="0" lvl="0" marL="457200" rtl="0" algn="l">
              <a:lnSpc>
                <a:spcPct val="100000"/>
              </a:lnSpc>
              <a:spcBef>
                <a:spcPts val="1000"/>
              </a:spcBef>
              <a:spcAft>
                <a:spcPts val="0"/>
              </a:spcAft>
              <a:buNone/>
            </a:pPr>
            <a:r>
              <a:t/>
            </a:r>
            <a:endParaRPr sz="3200">
              <a:solidFill>
                <a:srgbClr val="0000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4"/>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Learnings</a:t>
            </a:r>
            <a:endParaRPr b="1"/>
          </a:p>
        </p:txBody>
      </p:sp>
      <p:sp>
        <p:nvSpPr>
          <p:cNvPr id="158" name="Google Shape;158;p34"/>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0" lvl="0" marL="457200" rtl="0" algn="l">
              <a:lnSpc>
                <a:spcPct val="100000"/>
              </a:lnSpc>
              <a:spcBef>
                <a:spcPts val="480"/>
              </a:spcBef>
              <a:spcAft>
                <a:spcPts val="0"/>
              </a:spcAft>
              <a:buNone/>
            </a:pPr>
            <a:r>
              <a:rPr lang="en" sz="2600">
                <a:solidFill>
                  <a:schemeClr val="dk1"/>
                </a:solidFill>
                <a:highlight>
                  <a:schemeClr val="lt1"/>
                </a:highlight>
                <a:latin typeface="Helvetica Neue"/>
                <a:ea typeface="Helvetica Neue"/>
                <a:cs typeface="Helvetica Neue"/>
                <a:sym typeface="Helvetica Neue"/>
              </a:rPr>
              <a:t>Learnt how to use and fine-tune advanced models, design custom architectures with diverse layer types using the PyTorch library, and explore techniques for integrating and improving state-of-the-art models.</a:t>
            </a:r>
            <a:endParaRPr sz="3800">
              <a:solidFill>
                <a:schemeClr val="dk1"/>
              </a:solidFill>
              <a:latin typeface="Helvetica Neue"/>
              <a:ea typeface="Helvetica Neue"/>
              <a:cs typeface="Helvetica Neue"/>
              <a:sym typeface="Helvetica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5"/>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Summary and Conclusion</a:t>
            </a:r>
            <a:endParaRPr b="1"/>
          </a:p>
        </p:txBody>
      </p:sp>
      <p:sp>
        <p:nvSpPr>
          <p:cNvPr id="164" name="Google Shape;164;p35"/>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49250" lvl="0" marL="457200" rtl="0" algn="l">
              <a:spcBef>
                <a:spcPts val="0"/>
              </a:spcBef>
              <a:spcAft>
                <a:spcPts val="0"/>
              </a:spcAft>
              <a:buClr>
                <a:schemeClr val="dk1"/>
              </a:buClr>
              <a:buSzPts val="1900"/>
              <a:buChar char="•"/>
            </a:pPr>
            <a:r>
              <a:rPr b="1" lang="en" sz="1900">
                <a:solidFill>
                  <a:schemeClr val="dk1"/>
                </a:solidFill>
              </a:rPr>
              <a:t>Problem Recap</a:t>
            </a:r>
            <a:r>
              <a:rPr lang="en" sz="1900">
                <a:solidFill>
                  <a:schemeClr val="dk1"/>
                </a:solidFill>
              </a:rPr>
              <a:t>: To build a model to detect hate speech in Portuguese tweets (TuPy-E) .</a:t>
            </a:r>
            <a:endParaRPr sz="1900">
              <a:solidFill>
                <a:schemeClr val="dk1"/>
              </a:solidFill>
            </a:endParaRPr>
          </a:p>
          <a:p>
            <a:pPr indent="-349250" lvl="0" marL="457200" rtl="0" algn="l">
              <a:spcBef>
                <a:spcPts val="0"/>
              </a:spcBef>
              <a:spcAft>
                <a:spcPts val="0"/>
              </a:spcAft>
              <a:buClr>
                <a:schemeClr val="dk1"/>
              </a:buClr>
              <a:buSzPts val="1900"/>
              <a:buChar char="•"/>
            </a:pPr>
            <a:r>
              <a:rPr b="1" lang="en" sz="1900">
                <a:solidFill>
                  <a:schemeClr val="dk1"/>
                </a:solidFill>
              </a:rPr>
              <a:t>Problem Challenges</a:t>
            </a:r>
            <a:r>
              <a:rPr lang="en" sz="1900">
                <a:solidFill>
                  <a:schemeClr val="dk1"/>
                </a:solidFill>
              </a:rPr>
              <a:t>: Tackling implicit hate and imbalances within dataset.</a:t>
            </a:r>
            <a:endParaRPr sz="1900">
              <a:solidFill>
                <a:schemeClr val="dk1"/>
              </a:solidFill>
            </a:endParaRPr>
          </a:p>
          <a:p>
            <a:pPr indent="-349250" lvl="0" marL="457200" rtl="0" algn="l">
              <a:spcBef>
                <a:spcPts val="0"/>
              </a:spcBef>
              <a:spcAft>
                <a:spcPts val="0"/>
              </a:spcAft>
              <a:buClr>
                <a:schemeClr val="dk1"/>
              </a:buClr>
              <a:buSzPts val="1900"/>
              <a:buChar char="•"/>
            </a:pPr>
            <a:r>
              <a:rPr b="1" lang="en" sz="1900">
                <a:solidFill>
                  <a:schemeClr val="dk1"/>
                </a:solidFill>
              </a:rPr>
              <a:t>Main Insight</a:t>
            </a:r>
            <a:r>
              <a:rPr lang="en" sz="1900">
                <a:solidFill>
                  <a:schemeClr val="dk1"/>
                </a:solidFill>
              </a:rPr>
              <a:t>: BERT + CNN with gradual unfreezing hit 0.9511 accuracy but struggled with implicit hate due to dataset limits.</a:t>
            </a:r>
            <a:endParaRPr sz="1900">
              <a:solidFill>
                <a:schemeClr val="dk1"/>
              </a:solidFill>
            </a:endParaRPr>
          </a:p>
          <a:p>
            <a:pPr indent="-349250" lvl="0" marL="457200" rtl="0" algn="l">
              <a:spcBef>
                <a:spcPts val="0"/>
              </a:spcBef>
              <a:spcAft>
                <a:spcPts val="0"/>
              </a:spcAft>
              <a:buClr>
                <a:schemeClr val="dk1"/>
              </a:buClr>
              <a:buSzPts val="1900"/>
              <a:buChar char="•"/>
            </a:pPr>
            <a:r>
              <a:rPr b="1" lang="en" sz="1900">
                <a:solidFill>
                  <a:schemeClr val="dk1"/>
                </a:solidFill>
              </a:rPr>
              <a:t>Future Work</a:t>
            </a:r>
            <a:r>
              <a:rPr lang="en" sz="1900">
                <a:solidFill>
                  <a:schemeClr val="dk1"/>
                </a:solidFill>
              </a:rPr>
              <a:t>: Enhancing implicit hate detection via data augmentation or contrastive loss.</a:t>
            </a:r>
            <a:endParaRPr sz="1900">
              <a:solidFill>
                <a:schemeClr val="dk1"/>
              </a:solidFill>
            </a:endParaRPr>
          </a:p>
          <a:p>
            <a:pPr indent="-349250" lvl="0" marL="457200" rtl="0" algn="l">
              <a:spcBef>
                <a:spcPts val="0"/>
              </a:spcBef>
              <a:spcAft>
                <a:spcPts val="0"/>
              </a:spcAft>
              <a:buClr>
                <a:schemeClr val="dk1"/>
              </a:buClr>
              <a:buSzPts val="1900"/>
              <a:buChar char="•"/>
            </a:pPr>
            <a:r>
              <a:rPr b="1" lang="en" sz="1900">
                <a:solidFill>
                  <a:schemeClr val="dk1"/>
                </a:solidFill>
              </a:rPr>
              <a:t>Open Challenges</a:t>
            </a:r>
            <a:r>
              <a:rPr lang="en" sz="1900">
                <a:solidFill>
                  <a:schemeClr val="dk1"/>
                </a:solidFill>
              </a:rPr>
              <a:t>: Improving categorical models and scaling to multilingual datasets.</a:t>
            </a:r>
            <a:endParaRPr sz="1900">
              <a:solidFill>
                <a:schemeClr val="dk1"/>
              </a:solidFill>
            </a:endParaRPr>
          </a:p>
          <a:p>
            <a:pPr indent="0" lvl="0" marL="914400" rtl="0" algn="l">
              <a:lnSpc>
                <a:spcPct val="100000"/>
              </a:lnSpc>
              <a:spcBef>
                <a:spcPts val="0"/>
              </a:spcBef>
              <a:spcAft>
                <a:spcPts val="0"/>
              </a:spcAft>
              <a:buNone/>
            </a:pPr>
            <a:r>
              <a:t/>
            </a:r>
            <a:endParaRPr sz="3300">
              <a:highlight>
                <a:srgbClr val="FFFFFF"/>
              </a:highlight>
              <a:latin typeface="Helvetica Neue"/>
              <a:ea typeface="Helvetica Neue"/>
              <a:cs typeface="Helvetica Neue"/>
              <a:sym typeface="Helvetica Neue"/>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